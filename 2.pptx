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7"/>
  </p:notesMasterIdLst>
  <p:sldIdLst>
    <p:sldId id="270" r:id="rId2"/>
    <p:sldId id="269" r:id="rId3"/>
    <p:sldId id="258" r:id="rId4"/>
    <p:sldId id="259" r:id="rId5"/>
    <p:sldId id="260" r:id="rId6"/>
    <p:sldId id="261" r:id="rId7"/>
    <p:sldId id="262" r:id="rId8"/>
    <p:sldId id="263" r:id="rId9"/>
    <p:sldId id="284" r:id="rId10"/>
    <p:sldId id="265" r:id="rId11"/>
    <p:sldId id="266" r:id="rId12"/>
    <p:sldId id="272" r:id="rId13"/>
    <p:sldId id="273" r:id="rId14"/>
    <p:sldId id="271" r:id="rId15"/>
    <p:sldId id="268" r:id="rId16"/>
  </p:sldIdLst>
  <p:sldSz cx="10077450" cy="5403850"/>
  <p:notesSz cx="7010400" cy="9296400"/>
  <p:embeddedFontLst>
    <p:embeddedFont>
      <p:font typeface="Georgia" panose="02040502050405020303" pitchFamily="18" charset="0"/>
      <p:regular r:id="rId18"/>
      <p:bold r:id="rId19"/>
      <p:italic r:id="rId20"/>
      <p:boldItalic r:id="rId21"/>
    </p:embeddedFont>
    <p:embeddedFont>
      <p:font typeface="Segoe UI" panose="020B0502040204020203"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8" d="100"/>
          <a:sy n="98" d="100"/>
        </p:scale>
        <p:origin x="734"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9"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400" b="0" u="none" strike="noStrike">
                <a:solidFill>
                  <a:srgbClr val="000000"/>
                </a:solidFill>
                <a:effectLst/>
                <a:uFillTx/>
                <a:latin typeface="Arial" panose="020B0604020202020204"/>
              </a:rPr>
              <a:t>Click to move the slide</a:t>
            </a:r>
          </a:p>
        </p:txBody>
      </p:sp>
      <p:sp>
        <p:nvSpPr>
          <p:cNvPr id="5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IN" sz="2000" b="0" u="none" strike="noStrike">
                <a:solidFill>
                  <a:srgbClr val="000000"/>
                </a:solidFill>
                <a:effectLst/>
                <a:uFillTx/>
                <a:latin typeface="Arial" panose="020B0604020202020204"/>
              </a:rPr>
              <a:t>Click to edit the notes format</a:t>
            </a:r>
          </a:p>
        </p:txBody>
      </p:sp>
      <p:sp>
        <p:nvSpPr>
          <p:cNvPr id="5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IN" sz="1400" b="0" u="none" strike="noStrike">
                <a:solidFill>
                  <a:srgbClr val="000000"/>
                </a:solidFill>
                <a:effectLst/>
                <a:uFillTx/>
                <a:latin typeface="Times New Roman" panose="02020603050405020304"/>
              </a:rPr>
              <a:t>&lt;header&gt;</a:t>
            </a:r>
          </a:p>
        </p:txBody>
      </p:sp>
      <p:sp>
        <p:nvSpPr>
          <p:cNvPr id="52"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panose="02020603050405020304"/>
              </a:defRPr>
            </a:lvl1pPr>
          </a:lstStyle>
          <a:p>
            <a:pPr indent="0" algn="r">
              <a:buNone/>
            </a:pPr>
            <a:r>
              <a:rPr lang="en-IN" sz="1400" b="0" u="none" strike="noStrike">
                <a:solidFill>
                  <a:srgbClr val="000000"/>
                </a:solidFill>
                <a:effectLst/>
                <a:uFillTx/>
                <a:latin typeface="Times New Roman" panose="02020603050405020304"/>
              </a:rPr>
              <a:t>&lt;date/time&gt;</a:t>
            </a:r>
          </a:p>
        </p:txBody>
      </p:sp>
      <p:sp>
        <p:nvSpPr>
          <p:cNvPr id="53"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panose="02020603050405020304"/>
              </a:defRPr>
            </a:lvl1pPr>
          </a:lstStyle>
          <a:p>
            <a:pPr indent="0" algn="l">
              <a:buNone/>
            </a:pPr>
            <a:r>
              <a:rPr lang="en-IN" sz="1400" b="0" u="none" strike="noStrike">
                <a:solidFill>
                  <a:srgbClr val="000000"/>
                </a:solidFill>
                <a:effectLst/>
                <a:uFillTx/>
                <a:latin typeface="Times New Roman" panose="02020603050405020304"/>
              </a:rPr>
              <a:t>&lt;footer&gt;</a:t>
            </a:r>
          </a:p>
        </p:txBody>
      </p:sp>
      <p:sp>
        <p:nvSpPr>
          <p:cNvPr id="54"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panose="02020603050405020304"/>
              </a:defRPr>
            </a:lvl1pPr>
          </a:lstStyle>
          <a:p>
            <a:pPr indent="0" algn="r">
              <a:buNone/>
            </a:pPr>
            <a:fld id="{4E8E1D24-9906-40C6-8F2B-7E3575132226}" type="slidenum">
              <a:rPr lang="en-IN" sz="1400" b="0" u="none" strike="noStrike">
                <a:solidFill>
                  <a:srgbClr val="000000"/>
                </a:solidFill>
                <a:effectLst/>
                <a:uFillTx/>
                <a:latin typeface="Times New Roman" panose="02020603050405020304"/>
              </a:rPr>
              <a:t>‹#›</a:t>
            </a:fld>
            <a:endParaRPr lang="en-IN" sz="1400" b="0" u="none" strike="noStrike">
              <a:solidFill>
                <a:srgbClr val="000000"/>
              </a:solidFill>
              <a:effectLst/>
              <a:uFillTx/>
              <a:latin typeface="Times New Roman" panose="02020603050405020304"/>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noRot="1" noChangeAspect="1"/>
          </p:cNvSpPr>
          <p:nvPr>
            <p:ph type="sldImg"/>
          </p:nvPr>
        </p:nvSpPr>
        <p:spPr>
          <a:xfrm>
            <a:off x="581025" y="1162050"/>
            <a:ext cx="5848350" cy="3136900"/>
          </a:xfrm>
          <a:prstGeom prst="rect">
            <a:avLst/>
          </a:prstGeom>
          <a:ln w="0">
            <a:noFill/>
          </a:ln>
        </p:spPr>
      </p:sp>
      <p:sp>
        <p:nvSpPr>
          <p:cNvPr id="88" name="PlaceHolder 2"/>
          <p:cNvSpPr>
            <a:spLocks noGrp="1"/>
          </p:cNvSpPr>
          <p:nvPr>
            <p:ph type="body"/>
          </p:nvPr>
        </p:nvSpPr>
        <p:spPr>
          <a:xfrm>
            <a:off x="701640" y="4473720"/>
            <a:ext cx="5606640" cy="3660480"/>
          </a:xfrm>
          <a:prstGeom prst="rect">
            <a:avLst/>
          </a:prstGeom>
          <a:noFill/>
          <a:ln w="0">
            <a:noFill/>
          </a:ln>
        </p:spPr>
        <p:txBody>
          <a:bodyPr lIns="93240" tIns="46440" rIns="93240" bIns="46440" numCol="1" spcCol="0" anchor="t">
            <a:noAutofit/>
          </a:bodyPr>
          <a:lstStyle/>
          <a:p>
            <a:pPr indent="0" algn="l">
              <a:buNone/>
            </a:pPr>
            <a:endParaRPr lang="en-IN" sz="1800" b="0" u="none" strike="noStrike">
              <a:solidFill>
                <a:srgbClr val="000000"/>
              </a:solidFill>
              <a:effectLst/>
              <a:uFillTx/>
              <a:latin typeface="Arial" panose="020B0604020202020204"/>
            </a:endParaRPr>
          </a:p>
        </p:txBody>
      </p:sp>
      <p:sp>
        <p:nvSpPr>
          <p:cNvPr id="89" name="PlaceHolder 3"/>
          <p:cNvSpPr>
            <a:spLocks noGrp="1"/>
          </p:cNvSpPr>
          <p:nvPr>
            <p:ph type="sldNum" idx="5"/>
          </p:nvPr>
        </p:nvSpPr>
        <p:spPr>
          <a:xfrm>
            <a:off x="3970440" y="8829720"/>
            <a:ext cx="3038040" cy="466200"/>
          </a:xfrm>
          <a:prstGeom prst="rect">
            <a:avLst/>
          </a:prstGeom>
          <a:noFill/>
          <a:ln w="0">
            <a:noFill/>
          </a:ln>
        </p:spPr>
        <p:txBody>
          <a:bodyPr lIns="93240" tIns="46440" rIns="93240" bIns="46440" anchor="b">
            <a:noAutofit/>
          </a:bodyPr>
          <a:lstStyle>
            <a:lvl1pPr indent="0" algn="r">
              <a:lnSpc>
                <a:spcPct val="100000"/>
              </a:lnSpc>
              <a:buNone/>
              <a:defRPr lang="en-US" sz="1400" b="0" u="none" strike="noStrike">
                <a:solidFill>
                  <a:srgbClr val="000000"/>
                </a:solidFill>
                <a:effectLst/>
                <a:uFillTx/>
                <a:latin typeface="Arial" panose="020B0604020202020204"/>
                <a:ea typeface="+mn-ea"/>
              </a:defRPr>
            </a:lvl1pPr>
          </a:lstStyle>
          <a:p>
            <a:pPr indent="0" algn="r">
              <a:lnSpc>
                <a:spcPct val="100000"/>
              </a:lnSpc>
              <a:buNone/>
            </a:pPr>
            <a:fld id="{E98A004F-2F69-46ED-9BEE-ADFEAC78D263}" type="slidenum">
              <a:rPr lang="en-US" sz="1400" b="0" u="none" strike="noStrike">
                <a:solidFill>
                  <a:srgbClr val="000000"/>
                </a:solidFill>
                <a:effectLst/>
                <a:uFillTx/>
                <a:latin typeface="Arial" panose="020B0604020202020204"/>
                <a:ea typeface="+mn-ea"/>
              </a:rPr>
              <a:t>1</a:t>
            </a:fld>
            <a:endParaRPr lang="en-IN" sz="1400" b="0" u="none" strike="noStrike">
              <a:solidFill>
                <a:srgbClr val="000000"/>
              </a:solidFill>
              <a:effectLst/>
              <a:uFillTx/>
              <a:latin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noRot="1" noChangeAspect="1"/>
          </p:cNvSpPr>
          <p:nvPr>
            <p:ph type="sldImg"/>
          </p:nvPr>
        </p:nvSpPr>
        <p:spPr>
          <a:xfrm>
            <a:off x="581025" y="1162050"/>
            <a:ext cx="5848350" cy="3136900"/>
          </a:xfrm>
          <a:prstGeom prst="rect">
            <a:avLst/>
          </a:prstGeom>
          <a:ln w="0">
            <a:noFill/>
          </a:ln>
        </p:spPr>
      </p:sp>
      <p:sp>
        <p:nvSpPr>
          <p:cNvPr id="91" name="PlaceHolder 2"/>
          <p:cNvSpPr>
            <a:spLocks noGrp="1"/>
          </p:cNvSpPr>
          <p:nvPr>
            <p:ph type="body"/>
          </p:nvPr>
        </p:nvSpPr>
        <p:spPr>
          <a:xfrm>
            <a:off x="701640" y="4473720"/>
            <a:ext cx="5606640" cy="3660480"/>
          </a:xfrm>
          <a:prstGeom prst="rect">
            <a:avLst/>
          </a:prstGeom>
          <a:noFill/>
          <a:ln w="0">
            <a:noFill/>
          </a:ln>
        </p:spPr>
        <p:txBody>
          <a:bodyPr lIns="93240" tIns="46440" rIns="93240" bIns="46440" numCol="1" spcCol="0" anchor="t">
            <a:noAutofit/>
          </a:bodyPr>
          <a:lstStyle/>
          <a:p>
            <a:pPr indent="0" algn="l">
              <a:buNone/>
            </a:pPr>
            <a:endParaRPr lang="en-IN" sz="1800" b="0" u="none" strike="noStrike">
              <a:solidFill>
                <a:srgbClr val="000000"/>
              </a:solidFill>
              <a:effectLst/>
              <a:uFillTx/>
              <a:latin typeface="Arial" panose="020B0604020202020204"/>
            </a:endParaRPr>
          </a:p>
        </p:txBody>
      </p:sp>
      <p:sp>
        <p:nvSpPr>
          <p:cNvPr id="92" name="PlaceHolder 3"/>
          <p:cNvSpPr>
            <a:spLocks noGrp="1"/>
          </p:cNvSpPr>
          <p:nvPr>
            <p:ph type="sldNum" idx="6"/>
          </p:nvPr>
        </p:nvSpPr>
        <p:spPr>
          <a:xfrm>
            <a:off x="3970440" y="8829720"/>
            <a:ext cx="3038040" cy="466200"/>
          </a:xfrm>
          <a:prstGeom prst="rect">
            <a:avLst/>
          </a:prstGeom>
          <a:noFill/>
          <a:ln w="0">
            <a:noFill/>
          </a:ln>
        </p:spPr>
        <p:txBody>
          <a:bodyPr lIns="93240" tIns="46440" rIns="93240" bIns="46440" anchor="b">
            <a:noAutofit/>
          </a:bodyPr>
          <a:lstStyle>
            <a:lvl1pPr indent="0" algn="r">
              <a:lnSpc>
                <a:spcPct val="100000"/>
              </a:lnSpc>
              <a:buNone/>
              <a:defRPr lang="en-US" sz="1400" b="0" u="none" strike="noStrike">
                <a:solidFill>
                  <a:srgbClr val="000000"/>
                </a:solidFill>
                <a:effectLst/>
                <a:uFillTx/>
                <a:latin typeface="Arial" panose="020B0604020202020204"/>
                <a:ea typeface="+mn-ea"/>
              </a:defRPr>
            </a:lvl1pPr>
          </a:lstStyle>
          <a:p>
            <a:pPr indent="0" algn="r">
              <a:lnSpc>
                <a:spcPct val="100000"/>
              </a:lnSpc>
              <a:buNone/>
            </a:pPr>
            <a:fld id="{51A09FDB-9F45-49C6-AF0F-00C004420147}" type="slidenum">
              <a:rPr lang="en-US" sz="1400" b="0" u="none" strike="noStrike">
                <a:solidFill>
                  <a:srgbClr val="000000"/>
                </a:solidFill>
                <a:effectLst/>
                <a:uFillTx/>
                <a:latin typeface="Arial" panose="020B0604020202020204"/>
                <a:ea typeface="+mn-ea"/>
              </a:rPr>
              <a:t>2</a:t>
            </a:fld>
            <a:endParaRPr lang="en-IN" sz="1400" b="0" u="none" strike="noStrike">
              <a:solidFill>
                <a:srgbClr val="000000"/>
              </a:solidFill>
              <a:effectLst/>
              <a:uFillTx/>
              <a:latin typeface="Times New Roman" panose="0202060305040502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0855A-3527-C51D-3460-8EC295DF0E17}"/>
            </a:ext>
          </a:extLst>
        </p:cNvPr>
        <p:cNvGrpSpPr/>
        <p:nvPr/>
      </p:nvGrpSpPr>
      <p:grpSpPr>
        <a:xfrm>
          <a:off x="0" y="0"/>
          <a:ext cx="0" cy="0"/>
          <a:chOff x="0" y="0"/>
          <a:chExt cx="0" cy="0"/>
        </a:xfrm>
      </p:grpSpPr>
      <p:sp>
        <p:nvSpPr>
          <p:cNvPr id="96" name="PlaceHolder 1">
            <a:extLst>
              <a:ext uri="{FF2B5EF4-FFF2-40B4-BE49-F238E27FC236}">
                <a16:creationId xmlns:a16="http://schemas.microsoft.com/office/drawing/2014/main" id="{5E1EA6F2-A039-108A-0EB9-1D273E761383}"/>
              </a:ext>
            </a:extLst>
          </p:cNvPr>
          <p:cNvSpPr>
            <a:spLocks noGrp="1" noRot="1" noChangeAspect="1"/>
          </p:cNvSpPr>
          <p:nvPr>
            <p:ph type="sldImg"/>
          </p:nvPr>
        </p:nvSpPr>
        <p:spPr>
          <a:xfrm>
            <a:off x="581025" y="1162050"/>
            <a:ext cx="5848350" cy="3136900"/>
          </a:xfrm>
          <a:prstGeom prst="rect">
            <a:avLst/>
          </a:prstGeom>
          <a:ln w="0">
            <a:noFill/>
          </a:ln>
        </p:spPr>
      </p:sp>
      <p:sp>
        <p:nvSpPr>
          <p:cNvPr id="97" name="PlaceHolder 2">
            <a:extLst>
              <a:ext uri="{FF2B5EF4-FFF2-40B4-BE49-F238E27FC236}">
                <a16:creationId xmlns:a16="http://schemas.microsoft.com/office/drawing/2014/main" id="{BF43442E-7321-7709-3A0C-0B5FCEB3D811}"/>
              </a:ext>
            </a:extLst>
          </p:cNvPr>
          <p:cNvSpPr>
            <a:spLocks noGrp="1"/>
          </p:cNvSpPr>
          <p:nvPr>
            <p:ph type="body"/>
          </p:nvPr>
        </p:nvSpPr>
        <p:spPr>
          <a:xfrm>
            <a:off x="701640" y="4473720"/>
            <a:ext cx="5606640" cy="3660480"/>
          </a:xfrm>
          <a:prstGeom prst="rect">
            <a:avLst/>
          </a:prstGeom>
          <a:noFill/>
          <a:ln w="0">
            <a:noFill/>
          </a:ln>
        </p:spPr>
        <p:txBody>
          <a:bodyPr lIns="93240" tIns="46440" rIns="93240" bIns="46440" numCol="1" spcCol="0" anchor="t">
            <a:noAutofit/>
          </a:bodyPr>
          <a:lstStyle/>
          <a:p>
            <a:pPr indent="0" algn="l">
              <a:buNone/>
            </a:pPr>
            <a:endParaRPr lang="en-IN" sz="1800" b="0" u="none" strike="noStrike">
              <a:solidFill>
                <a:srgbClr val="000000"/>
              </a:solidFill>
              <a:effectLst/>
              <a:uFillTx/>
              <a:latin typeface="Arial" panose="020B0604020202020204"/>
            </a:endParaRPr>
          </a:p>
        </p:txBody>
      </p:sp>
      <p:sp>
        <p:nvSpPr>
          <p:cNvPr id="98" name="PlaceHolder 3">
            <a:extLst>
              <a:ext uri="{FF2B5EF4-FFF2-40B4-BE49-F238E27FC236}">
                <a16:creationId xmlns:a16="http://schemas.microsoft.com/office/drawing/2014/main" id="{BBEA647E-65CC-B82F-6CDE-676B72B71558}"/>
              </a:ext>
            </a:extLst>
          </p:cNvPr>
          <p:cNvSpPr>
            <a:spLocks noGrp="1"/>
          </p:cNvSpPr>
          <p:nvPr>
            <p:ph type="sldNum" idx="8"/>
          </p:nvPr>
        </p:nvSpPr>
        <p:spPr>
          <a:xfrm>
            <a:off x="3970440" y="8829720"/>
            <a:ext cx="3038040" cy="466200"/>
          </a:xfrm>
          <a:prstGeom prst="rect">
            <a:avLst/>
          </a:prstGeom>
          <a:noFill/>
          <a:ln w="0">
            <a:noFill/>
          </a:ln>
        </p:spPr>
        <p:txBody>
          <a:bodyPr lIns="93240" tIns="46440" rIns="93240" bIns="46440" anchor="b">
            <a:noAutofit/>
          </a:bodyPr>
          <a:lstStyle>
            <a:lvl1pPr indent="0" algn="r">
              <a:lnSpc>
                <a:spcPct val="100000"/>
              </a:lnSpc>
              <a:buNone/>
              <a:defRPr lang="en-US" sz="1400" b="0" u="none" strike="noStrike">
                <a:solidFill>
                  <a:srgbClr val="000000"/>
                </a:solidFill>
                <a:effectLst/>
                <a:uFillTx/>
                <a:latin typeface="Arial" panose="020B0604020202020204"/>
                <a:ea typeface="+mn-ea"/>
              </a:defRPr>
            </a:lvl1pPr>
          </a:lstStyle>
          <a:p>
            <a:pPr indent="0" algn="r">
              <a:lnSpc>
                <a:spcPct val="100000"/>
              </a:lnSpc>
              <a:buNone/>
            </a:pPr>
            <a:fld id="{4DAA3F94-2F66-4004-9136-49B95E6B4AAA}" type="slidenum">
              <a:rPr lang="en-US" sz="1400" b="0" u="none" strike="noStrike">
                <a:solidFill>
                  <a:srgbClr val="000000"/>
                </a:solidFill>
                <a:effectLst/>
                <a:uFillTx/>
                <a:latin typeface="Arial" panose="020B0604020202020204"/>
                <a:ea typeface="+mn-ea"/>
              </a:rPr>
              <a:t>9</a:t>
            </a:fld>
            <a:endParaRPr lang="en-IN" sz="1400" b="0" u="none" strike="noStrike">
              <a:solidFill>
                <a:srgbClr val="000000"/>
              </a:solidFill>
              <a:effectLst/>
              <a:uFillTx/>
              <a:latin typeface="Times New Roman" panose="02020603050405020304"/>
            </a:endParaRPr>
          </a:p>
        </p:txBody>
      </p:sp>
    </p:spTree>
    <p:extLst>
      <p:ext uri="{BB962C8B-B14F-4D97-AF65-F5344CB8AC3E}">
        <p14:creationId xmlns:p14="http://schemas.microsoft.com/office/powerpoint/2010/main" val="813230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pic>
        <p:nvPicPr>
          <p:cNvPr id="2" name="Google Shape;8;p5"/>
          <p:cNvPicPr/>
          <p:nvPr/>
        </p:nvPicPr>
        <p:blipFill>
          <a:blip r:embed="rId2"/>
          <a:stretch>
            <a:fillRect/>
          </a:stretch>
        </p:blipFill>
        <p:spPr>
          <a:xfrm>
            <a:off x="8481960" y="139680"/>
            <a:ext cx="1439640" cy="294840"/>
          </a:xfrm>
          <a:prstGeom prst="rect">
            <a:avLst/>
          </a:prstGeom>
          <a:noFill/>
          <a:ln w="0">
            <a:noFill/>
          </a:ln>
        </p:spPr>
      </p:pic>
      <p:pic>
        <p:nvPicPr>
          <p:cNvPr id="3" name="Google Shape;10;p5"/>
          <p:cNvPicPr/>
          <p:nvPr/>
        </p:nvPicPr>
        <p:blipFill>
          <a:blip r:embed="rId3"/>
          <a:srcRect t="6693"/>
          <a:stretch>
            <a:fillRect/>
          </a:stretch>
        </p:blipFill>
        <p:spPr>
          <a:xfrm>
            <a:off x="8582040" y="4282920"/>
            <a:ext cx="1495080" cy="1120320"/>
          </a:xfrm>
          <a:prstGeom prst="rect">
            <a:avLst/>
          </a:prstGeom>
          <a:noFill/>
          <a:ln w="0">
            <a:noFill/>
          </a:ln>
        </p:spPr>
      </p:pic>
      <p:pic>
        <p:nvPicPr>
          <p:cNvPr id="4" name="Google Shape;11;p5"/>
          <p:cNvPicPr/>
          <p:nvPr/>
        </p:nvPicPr>
        <p:blipFill>
          <a:blip r:embed="rId4"/>
          <a:stretch>
            <a:fillRect/>
          </a:stretch>
        </p:blipFill>
        <p:spPr>
          <a:xfrm>
            <a:off x="0" y="0"/>
            <a:ext cx="1426680" cy="1101240"/>
          </a:xfrm>
          <a:prstGeom prst="rect">
            <a:avLst/>
          </a:prstGeom>
          <a:noFill/>
          <a:ln w="0">
            <a:noFill/>
          </a:ln>
        </p:spPr>
      </p:pic>
      <p:sp>
        <p:nvSpPr>
          <p:cNvPr id="5" name="Google Shape;12;p5"/>
          <p:cNvSpPr/>
          <p:nvPr/>
        </p:nvSpPr>
        <p:spPr>
          <a:xfrm>
            <a:off x="9472680" y="4849920"/>
            <a:ext cx="502920" cy="414000"/>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pPr>
            <a:fld id="{17605023-0A58-4502-81C6-92D046507659}" type="slidenum">
              <a:rPr lang="en-US" sz="1400" b="0" u="none" strike="noStrike">
                <a:solidFill>
                  <a:srgbClr val="FFFFFF"/>
                </a:solidFill>
                <a:effectLst/>
                <a:uFillTx/>
                <a:latin typeface="Arial" panose="020B0604020202020204"/>
              </a:rPr>
              <a:t>‹#›</a:t>
            </a:fld>
            <a:endParaRPr lang="en-IN" sz="1400" b="0" u="none" strike="noStrike">
              <a:solidFill>
                <a:srgbClr val="000000"/>
              </a:solidFill>
              <a:effectLst/>
              <a:uFillTx/>
              <a:latin typeface="Arial" panose="020B0604020202020204"/>
            </a:endParaRPr>
          </a:p>
        </p:txBody>
      </p:sp>
      <p:sp>
        <p:nvSpPr>
          <p:cNvPr id="6" name="PlaceHolder 1"/>
          <p:cNvSpPr>
            <a:spLocks noGrp="1"/>
          </p:cNvSpPr>
          <p:nvPr>
            <p:ph type="title" hasCustomPrompt="1"/>
          </p:nvPr>
        </p:nvSpPr>
        <p:spPr>
          <a:xfrm>
            <a:off x="503640" y="215280"/>
            <a:ext cx="9069120" cy="90180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panose="020B0604020202020204"/>
              </a:defRPr>
            </a:lvl1pPr>
          </a:lstStyle>
          <a:p>
            <a:pPr indent="0" algn="l">
              <a:buNone/>
            </a:pPr>
            <a:r>
              <a:rPr lang="en-US" sz="1400" b="0" u="none" strike="noStrike">
                <a:solidFill>
                  <a:srgbClr val="000000"/>
                </a:solidFill>
                <a:effectLst/>
                <a:uFillTx/>
                <a:latin typeface="Arial" panose="020B0604020202020204"/>
              </a:rPr>
              <a:t>Click to edit the title text format</a:t>
            </a:r>
          </a:p>
        </p:txBody>
      </p:sp>
      <p:sp>
        <p:nvSpPr>
          <p:cNvPr id="7" name="PlaceHolder 2"/>
          <p:cNvSpPr>
            <a:spLocks noGrp="1"/>
          </p:cNvSpPr>
          <p:nvPr>
            <p:ph type="body" hasCustomPrompt="1"/>
          </p:nvPr>
        </p:nvSpPr>
        <p:spPr>
          <a:xfrm>
            <a:off x="503640" y="1264320"/>
            <a:ext cx="9069120" cy="3133800"/>
          </a:xfrm>
          <a:prstGeom prst="rect">
            <a:avLst/>
          </a:prstGeom>
          <a:noFill/>
          <a:ln w="0">
            <a:noFill/>
          </a:ln>
        </p:spPr>
        <p:txBody>
          <a:bodyPr lIns="0" tIns="0" rIns="0" bIns="0" anchor="t">
            <a:normAutofit/>
          </a:bodyPr>
          <a:lstStyle>
            <a:lvl1pPr algn="l">
              <a:spcBef>
                <a:spcPts val="141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1pPr>
            <a:lvl2pPr lvl="1" algn="l">
              <a:spcBef>
                <a:spcPts val="113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2pPr>
            <a:lvl3pPr lvl="2" algn="l">
              <a:spcBef>
                <a:spcPts val="850"/>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3pPr>
            <a:lvl4pPr lvl="3" algn="l">
              <a:spcBef>
                <a:spcPts val="56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4pPr>
            <a:lvl5pPr lvl="4" algn="l">
              <a:spcBef>
                <a:spcPts val="285"/>
              </a:spcBef>
              <a:buClr>
                <a:srgbClr val="000000"/>
              </a:buClr>
              <a:buSzPct val="45000"/>
              <a:buFont typeface="Wingdings" panose="05000000000000000000" pitchFamily="2" charset="2"/>
              <a:buChar char=""/>
              <a:defRPr lang="en-US" sz="2000" b="0" u="none" strike="noStrike">
                <a:solidFill>
                  <a:srgbClr val="000000"/>
                </a:solidFill>
                <a:effectLst/>
                <a:uFillTx/>
                <a:latin typeface="Arial" panose="020B0604020202020204"/>
              </a:defRPr>
            </a:lvl5pPr>
            <a:lvl6pPr lvl="5" algn="l">
              <a:spcBef>
                <a:spcPts val="285"/>
              </a:spcBef>
              <a:buClr>
                <a:srgbClr val="000000"/>
              </a:buClr>
              <a:buSzPct val="45000"/>
              <a:buFont typeface="Wingdings" panose="05000000000000000000" pitchFamily="2" charset="2"/>
              <a:buChar char=""/>
              <a:defRPr lang="en-US" sz="2000" b="0" u="none" strike="noStrike">
                <a:solidFill>
                  <a:srgbClr val="000000"/>
                </a:solidFill>
                <a:effectLst/>
                <a:uFillTx/>
                <a:latin typeface="Arial" panose="020B0604020202020204"/>
              </a:defRPr>
            </a:lvl6pPr>
            <a:lvl7pPr lvl="6" algn="l">
              <a:spcBef>
                <a:spcPts val="285"/>
              </a:spcBef>
              <a:buClr>
                <a:srgbClr val="000000"/>
              </a:buClr>
              <a:buSzPct val="45000"/>
              <a:buFont typeface="Wingdings" panose="05000000000000000000" pitchFamily="2" charset="2"/>
              <a:buChar char=""/>
              <a:defRPr lang="en-US" sz="2000" b="0" u="none" strike="noStrike">
                <a:solidFill>
                  <a:srgbClr val="000000"/>
                </a:solidFill>
                <a:effectLst/>
                <a:uFillTx/>
                <a:latin typeface="Arial" panose="020B0604020202020204"/>
              </a:defRPr>
            </a:lvl7pPr>
          </a:lstStyle>
          <a:p>
            <a:pPr marL="431800" indent="-323850" algn="l">
              <a:spcBef>
                <a:spcPts val="141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Click to edit the outline text format</a:t>
            </a:r>
          </a:p>
          <a:p>
            <a:pPr marL="864235" lvl="1" indent="-323850" algn="l">
              <a:spcBef>
                <a:spcPts val="1135"/>
              </a:spcBef>
              <a:buClr>
                <a:srgbClr val="000000"/>
              </a:buClr>
              <a:buSzPct val="75000"/>
              <a:buFont typeface="Symbol" panose="05050102010706020507" charset="2"/>
              <a:buChar char=""/>
            </a:pPr>
            <a:r>
              <a:rPr lang="en-US" sz="1400" b="0" u="none" strike="noStrike">
                <a:solidFill>
                  <a:srgbClr val="000000"/>
                </a:solidFill>
                <a:effectLst/>
                <a:uFillTx/>
                <a:latin typeface="Arial" panose="020B0604020202020204"/>
              </a:rPr>
              <a:t>Second Outline Level</a:t>
            </a:r>
          </a:p>
          <a:p>
            <a:pPr marL="1296035" lvl="2" indent="-288290" algn="l">
              <a:spcBef>
                <a:spcPts val="850"/>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Third Outline Level</a:t>
            </a:r>
          </a:p>
          <a:p>
            <a:pPr marL="1727835" lvl="3" indent="-215900" algn="l">
              <a:spcBef>
                <a:spcPts val="565"/>
              </a:spcBef>
              <a:buClr>
                <a:srgbClr val="000000"/>
              </a:buClr>
              <a:buSzPct val="75000"/>
              <a:buFont typeface="Symbol" panose="05050102010706020507" charset="2"/>
              <a:buChar char=""/>
            </a:pPr>
            <a:r>
              <a:rPr lang="en-US" sz="1400" b="0" u="none" strike="noStrike">
                <a:solidFill>
                  <a:srgbClr val="000000"/>
                </a:solidFill>
                <a:effectLst/>
                <a:uFillTx/>
                <a:latin typeface="Arial" panose="020B0604020202020204"/>
              </a:rPr>
              <a:t>Fourth Outline Level</a:t>
            </a:r>
          </a:p>
          <a:p>
            <a:pPr marL="2160270" lvl="4" indent="-215900" algn="l">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p>
          <a:p>
            <a:pPr marL="2592070" lvl="5" indent="-215900" algn="l">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p>
          <a:p>
            <a:pPr marL="3023870" lvl="6" indent="-215900" algn="l">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lt1"/>
        </a:solidFill>
        <a:effectLst/>
      </p:bgPr>
    </p:bg>
    <p:spTree>
      <p:nvGrpSpPr>
        <p:cNvPr id="1" name=""/>
        <p:cNvGrpSpPr/>
        <p:nvPr/>
      </p:nvGrpSpPr>
      <p:grpSpPr>
        <a:xfrm>
          <a:off x="0" y="0"/>
          <a:ext cx="0" cy="0"/>
          <a:chOff x="0" y="0"/>
          <a:chExt cx="0" cy="0"/>
        </a:xfrm>
      </p:grpSpPr>
      <p:pic>
        <p:nvPicPr>
          <p:cNvPr id="8" name="Google Shape;8;p5"/>
          <p:cNvPicPr/>
          <p:nvPr/>
        </p:nvPicPr>
        <p:blipFill>
          <a:blip r:embed="rId2"/>
          <a:stretch>
            <a:fillRect/>
          </a:stretch>
        </p:blipFill>
        <p:spPr>
          <a:xfrm>
            <a:off x="8481960" y="139680"/>
            <a:ext cx="1439640" cy="294840"/>
          </a:xfrm>
          <a:prstGeom prst="rect">
            <a:avLst/>
          </a:prstGeom>
          <a:noFill/>
          <a:ln w="0">
            <a:noFill/>
          </a:ln>
        </p:spPr>
      </p:pic>
      <p:pic>
        <p:nvPicPr>
          <p:cNvPr id="9" name="Google Shape;10;p5"/>
          <p:cNvPicPr/>
          <p:nvPr/>
        </p:nvPicPr>
        <p:blipFill>
          <a:blip r:embed="rId3"/>
          <a:srcRect t="6693"/>
          <a:stretch>
            <a:fillRect/>
          </a:stretch>
        </p:blipFill>
        <p:spPr>
          <a:xfrm>
            <a:off x="8582040" y="4282920"/>
            <a:ext cx="1495080" cy="1120320"/>
          </a:xfrm>
          <a:prstGeom prst="rect">
            <a:avLst/>
          </a:prstGeom>
          <a:noFill/>
          <a:ln w="0">
            <a:noFill/>
          </a:ln>
        </p:spPr>
      </p:pic>
      <p:pic>
        <p:nvPicPr>
          <p:cNvPr id="10" name="Google Shape;11;p5"/>
          <p:cNvPicPr/>
          <p:nvPr/>
        </p:nvPicPr>
        <p:blipFill>
          <a:blip r:embed="rId4"/>
          <a:stretch>
            <a:fillRect/>
          </a:stretch>
        </p:blipFill>
        <p:spPr>
          <a:xfrm>
            <a:off x="0" y="0"/>
            <a:ext cx="1426680" cy="1101240"/>
          </a:xfrm>
          <a:prstGeom prst="rect">
            <a:avLst/>
          </a:prstGeom>
          <a:noFill/>
          <a:ln w="0">
            <a:noFill/>
          </a:ln>
        </p:spPr>
      </p:pic>
      <p:sp>
        <p:nvSpPr>
          <p:cNvPr id="11" name="Google Shape;12;p5"/>
          <p:cNvSpPr/>
          <p:nvPr/>
        </p:nvSpPr>
        <p:spPr>
          <a:xfrm>
            <a:off x="9472680" y="4849920"/>
            <a:ext cx="502920" cy="414000"/>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pPr>
            <a:fld id="{53BD362F-D796-41E8-8878-6BBC545F07B5}" type="slidenum">
              <a:rPr lang="en-US" sz="1400" b="0" u="none" strike="noStrike">
                <a:solidFill>
                  <a:srgbClr val="FFFFFF"/>
                </a:solidFill>
                <a:effectLst/>
                <a:uFillTx/>
                <a:latin typeface="Arial" panose="020B0604020202020204"/>
              </a:rPr>
              <a:t>‹#›</a:t>
            </a:fld>
            <a:endParaRPr lang="en-IN" sz="1400" b="0" u="none" strike="noStrike">
              <a:solidFill>
                <a:srgbClr val="000000"/>
              </a:solidFill>
              <a:effectLst/>
              <a:uFillTx/>
              <a:latin typeface="Arial" panose="020B0604020202020204"/>
            </a:endParaRPr>
          </a:p>
        </p:txBody>
      </p:sp>
      <p:sp>
        <p:nvSpPr>
          <p:cNvPr id="12" name="PlaceHolder 1"/>
          <p:cNvSpPr>
            <a:spLocks noGrp="1"/>
          </p:cNvSpPr>
          <p:nvPr>
            <p:ph type="title" hasCustomPrompt="1"/>
          </p:nvPr>
        </p:nvSpPr>
        <p:spPr>
          <a:xfrm>
            <a:off x="2399040" y="430200"/>
            <a:ext cx="5279040" cy="357120"/>
          </a:xfrm>
          <a:prstGeom prst="rect">
            <a:avLst/>
          </a:prstGeom>
          <a:noFill/>
          <a:ln w="0">
            <a:noFill/>
          </a:ln>
        </p:spPr>
        <p:txBody>
          <a:bodyPr lIns="91440" tIns="91440" rIns="91440" bIns="91440" numCol="1" spcCol="0" anchor="ctr">
            <a:noAutofit/>
          </a:bodyPr>
          <a:lstStyle>
            <a:lvl1pPr indent="0" algn="l">
              <a:buNone/>
              <a:defRPr lang="en-US" sz="2500" b="0" u="none" strike="noStrike">
                <a:solidFill>
                  <a:srgbClr val="000000"/>
                </a:solidFill>
                <a:effectLst/>
                <a:uFillTx/>
                <a:latin typeface="Arial" panose="020B0604020202020204"/>
              </a:defRPr>
            </a:lvl1pPr>
          </a:lstStyle>
          <a:p>
            <a:pPr indent="0" algn="l">
              <a:buNone/>
            </a:pPr>
            <a:r>
              <a:rPr lang="en-US" sz="2500" b="0" u="none" strike="noStrike">
                <a:solidFill>
                  <a:srgbClr val="000000"/>
                </a:solidFill>
                <a:effectLst/>
                <a:uFillTx/>
                <a:latin typeface="Arial" panose="020B0604020202020204"/>
              </a:rPr>
              <a:t>Click to edit the title text format</a:t>
            </a:r>
          </a:p>
        </p:txBody>
      </p:sp>
      <p:sp>
        <p:nvSpPr>
          <p:cNvPr id="13" name="PlaceHolder 2"/>
          <p:cNvSpPr>
            <a:spLocks noGrp="1"/>
          </p:cNvSpPr>
          <p:nvPr>
            <p:ph type="body" hasCustomPrompt="1"/>
          </p:nvPr>
        </p:nvSpPr>
        <p:spPr>
          <a:xfrm>
            <a:off x="503640" y="1264320"/>
            <a:ext cx="9069120" cy="3133800"/>
          </a:xfrm>
          <a:prstGeom prst="rect">
            <a:avLst/>
          </a:prstGeom>
          <a:noFill/>
          <a:ln w="0">
            <a:noFill/>
          </a:ln>
        </p:spPr>
        <p:txBody>
          <a:bodyPr lIns="0" tIns="0" rIns="0" bIns="0" anchor="t">
            <a:normAutofit/>
          </a:bodyPr>
          <a:lstStyle>
            <a:lvl1pPr algn="l">
              <a:spcBef>
                <a:spcPts val="141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1pPr>
            <a:lvl2pPr lvl="1" algn="l">
              <a:spcBef>
                <a:spcPts val="113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2pPr>
            <a:lvl3pPr lvl="2" algn="l">
              <a:spcBef>
                <a:spcPts val="850"/>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3pPr>
            <a:lvl4pPr lvl="3" algn="l">
              <a:spcBef>
                <a:spcPts val="56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4pPr>
            <a:lvl5pPr lvl="4" algn="l">
              <a:spcBef>
                <a:spcPts val="285"/>
              </a:spcBef>
              <a:buClr>
                <a:srgbClr val="000000"/>
              </a:buClr>
              <a:buSzPct val="45000"/>
              <a:buFont typeface="Wingdings" panose="05000000000000000000" pitchFamily="2" charset="2"/>
              <a:buChar char=""/>
              <a:defRPr lang="en-US" sz="2000" b="0" u="none" strike="noStrike">
                <a:solidFill>
                  <a:srgbClr val="000000"/>
                </a:solidFill>
                <a:effectLst/>
                <a:uFillTx/>
                <a:latin typeface="Arial" panose="020B0604020202020204"/>
              </a:defRPr>
            </a:lvl5pPr>
            <a:lvl6pPr lvl="5" algn="l">
              <a:spcBef>
                <a:spcPts val="285"/>
              </a:spcBef>
              <a:buClr>
                <a:srgbClr val="000000"/>
              </a:buClr>
              <a:buSzPct val="45000"/>
              <a:buFont typeface="Wingdings" panose="05000000000000000000" pitchFamily="2" charset="2"/>
              <a:buChar char=""/>
              <a:defRPr lang="en-US" sz="2000" b="0" u="none" strike="noStrike">
                <a:solidFill>
                  <a:srgbClr val="000000"/>
                </a:solidFill>
                <a:effectLst/>
                <a:uFillTx/>
                <a:latin typeface="Arial" panose="020B0604020202020204"/>
              </a:defRPr>
            </a:lvl6pPr>
            <a:lvl7pPr lvl="6" algn="l">
              <a:spcBef>
                <a:spcPts val="285"/>
              </a:spcBef>
              <a:buClr>
                <a:srgbClr val="000000"/>
              </a:buClr>
              <a:buSzPct val="45000"/>
              <a:buFont typeface="Wingdings" panose="05000000000000000000" pitchFamily="2" charset="2"/>
              <a:buChar char=""/>
              <a:defRPr lang="en-US" sz="2000" b="0" u="none" strike="noStrike">
                <a:solidFill>
                  <a:srgbClr val="000000"/>
                </a:solidFill>
                <a:effectLst/>
                <a:uFillTx/>
                <a:latin typeface="Arial" panose="020B0604020202020204"/>
              </a:defRPr>
            </a:lvl7pPr>
          </a:lstStyle>
          <a:p>
            <a:pPr marL="431800" indent="-323850" algn="l">
              <a:spcBef>
                <a:spcPts val="141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Click to edit the outline text format</a:t>
            </a:r>
          </a:p>
          <a:p>
            <a:pPr marL="864235" lvl="1" indent="-323850" algn="l">
              <a:spcBef>
                <a:spcPts val="1135"/>
              </a:spcBef>
              <a:buClr>
                <a:srgbClr val="000000"/>
              </a:buClr>
              <a:buSzPct val="75000"/>
              <a:buFont typeface="Symbol" panose="05050102010706020507" charset="2"/>
              <a:buChar char=""/>
            </a:pPr>
            <a:r>
              <a:rPr lang="en-US" sz="1400" b="0" u="none" strike="noStrike">
                <a:solidFill>
                  <a:srgbClr val="000000"/>
                </a:solidFill>
                <a:effectLst/>
                <a:uFillTx/>
                <a:latin typeface="Arial" panose="020B0604020202020204"/>
              </a:rPr>
              <a:t>Second Outline Level</a:t>
            </a:r>
          </a:p>
          <a:p>
            <a:pPr marL="1296035" lvl="2" indent="-288290" algn="l">
              <a:spcBef>
                <a:spcPts val="850"/>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Third Outline Level</a:t>
            </a:r>
          </a:p>
          <a:p>
            <a:pPr marL="1727835" lvl="3" indent="-215900" algn="l">
              <a:spcBef>
                <a:spcPts val="565"/>
              </a:spcBef>
              <a:buClr>
                <a:srgbClr val="000000"/>
              </a:buClr>
              <a:buSzPct val="75000"/>
              <a:buFont typeface="Symbol" panose="05050102010706020507" charset="2"/>
              <a:buChar char=""/>
            </a:pPr>
            <a:r>
              <a:rPr lang="en-US" sz="1400" b="0" u="none" strike="noStrike">
                <a:solidFill>
                  <a:srgbClr val="000000"/>
                </a:solidFill>
                <a:effectLst/>
                <a:uFillTx/>
                <a:latin typeface="Arial" panose="020B0604020202020204"/>
              </a:rPr>
              <a:t>Fourth Outline Level</a:t>
            </a:r>
          </a:p>
          <a:p>
            <a:pPr marL="2160270" lvl="4" indent="-215900" algn="l">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p>
          <a:p>
            <a:pPr marL="2592070" lvl="5" indent="-215900" algn="l">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p>
          <a:p>
            <a:pPr marL="3023870" lvl="6" indent="-215900" algn="l">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itle only 1">
    <p:bg>
      <p:bgPr>
        <a:solidFill>
          <a:schemeClr val="lt1"/>
        </a:solidFill>
        <a:effectLst/>
      </p:bgPr>
    </p:bg>
    <p:spTree>
      <p:nvGrpSpPr>
        <p:cNvPr id="1" name=""/>
        <p:cNvGrpSpPr/>
        <p:nvPr/>
      </p:nvGrpSpPr>
      <p:grpSpPr>
        <a:xfrm>
          <a:off x="0" y="0"/>
          <a:ext cx="0" cy="0"/>
          <a:chOff x="0" y="0"/>
          <a:chExt cx="0" cy="0"/>
        </a:xfrm>
      </p:grpSpPr>
      <p:pic>
        <p:nvPicPr>
          <p:cNvPr id="14" name="Google Shape;8;p5"/>
          <p:cNvPicPr/>
          <p:nvPr/>
        </p:nvPicPr>
        <p:blipFill>
          <a:blip r:embed="rId2"/>
          <a:stretch>
            <a:fillRect/>
          </a:stretch>
        </p:blipFill>
        <p:spPr>
          <a:xfrm>
            <a:off x="8481960" y="139680"/>
            <a:ext cx="1439640" cy="294840"/>
          </a:xfrm>
          <a:prstGeom prst="rect">
            <a:avLst/>
          </a:prstGeom>
          <a:noFill/>
          <a:ln w="0">
            <a:noFill/>
          </a:ln>
        </p:spPr>
      </p:pic>
      <p:pic>
        <p:nvPicPr>
          <p:cNvPr id="15" name="Google Shape;10;p5"/>
          <p:cNvPicPr/>
          <p:nvPr/>
        </p:nvPicPr>
        <p:blipFill>
          <a:blip r:embed="rId3"/>
          <a:srcRect t="6693"/>
          <a:stretch>
            <a:fillRect/>
          </a:stretch>
        </p:blipFill>
        <p:spPr>
          <a:xfrm>
            <a:off x="8582040" y="4282920"/>
            <a:ext cx="1495080" cy="1120320"/>
          </a:xfrm>
          <a:prstGeom prst="rect">
            <a:avLst/>
          </a:prstGeom>
          <a:noFill/>
          <a:ln w="0">
            <a:noFill/>
          </a:ln>
        </p:spPr>
      </p:pic>
      <p:pic>
        <p:nvPicPr>
          <p:cNvPr id="16" name="Google Shape;11;p5"/>
          <p:cNvPicPr/>
          <p:nvPr/>
        </p:nvPicPr>
        <p:blipFill>
          <a:blip r:embed="rId4"/>
          <a:stretch>
            <a:fillRect/>
          </a:stretch>
        </p:blipFill>
        <p:spPr>
          <a:xfrm>
            <a:off x="0" y="0"/>
            <a:ext cx="1426680" cy="1101240"/>
          </a:xfrm>
          <a:prstGeom prst="rect">
            <a:avLst/>
          </a:prstGeom>
          <a:noFill/>
          <a:ln w="0">
            <a:noFill/>
          </a:ln>
        </p:spPr>
      </p:pic>
      <p:sp>
        <p:nvSpPr>
          <p:cNvPr id="17" name="Google Shape;12;p5"/>
          <p:cNvSpPr/>
          <p:nvPr/>
        </p:nvSpPr>
        <p:spPr>
          <a:xfrm>
            <a:off x="9472680" y="4849920"/>
            <a:ext cx="502920" cy="414000"/>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pPr>
            <a:fld id="{3F57D650-F9C9-4132-8E83-02670C5F6298}" type="slidenum">
              <a:rPr lang="en-US" sz="1400" b="0" u="none" strike="noStrike">
                <a:solidFill>
                  <a:srgbClr val="FFFFFF"/>
                </a:solidFill>
                <a:effectLst/>
                <a:uFillTx/>
                <a:latin typeface="Arial" panose="020B0604020202020204"/>
              </a:rPr>
              <a:t>‹#›</a:t>
            </a:fld>
            <a:endParaRPr lang="en-IN" sz="1400" b="0" u="none" strike="noStrike">
              <a:solidFill>
                <a:srgbClr val="000000"/>
              </a:solidFill>
              <a:effectLst/>
              <a:uFillTx/>
              <a:latin typeface="Arial" panose="020B0604020202020204"/>
            </a:endParaRPr>
          </a:p>
        </p:txBody>
      </p:sp>
      <p:sp>
        <p:nvSpPr>
          <p:cNvPr id="18" name="PlaceHolder 1"/>
          <p:cNvSpPr>
            <a:spLocks noGrp="1"/>
          </p:cNvSpPr>
          <p:nvPr>
            <p:ph type="title" hasCustomPrompt="1"/>
          </p:nvPr>
        </p:nvSpPr>
        <p:spPr>
          <a:xfrm>
            <a:off x="504000" y="430200"/>
            <a:ext cx="4534560" cy="539640"/>
          </a:xfrm>
          <a:prstGeom prst="rect">
            <a:avLst/>
          </a:prstGeom>
          <a:noFill/>
          <a:ln w="0">
            <a:noFill/>
          </a:ln>
        </p:spPr>
        <p:txBody>
          <a:bodyPr lIns="91440" tIns="91440" rIns="91440" bIns="91440" numCol="1" spcCol="0" anchor="ctr">
            <a:noAutofit/>
          </a:bodyPr>
          <a:lstStyle>
            <a:lvl1pPr indent="0" algn="l">
              <a:buNone/>
              <a:defRPr lang="en-US" sz="1400" b="0" u="none" strike="noStrike">
                <a:solidFill>
                  <a:srgbClr val="000000"/>
                </a:solidFill>
                <a:effectLst/>
                <a:uFillTx/>
                <a:latin typeface="Arial" panose="020B0604020202020204"/>
              </a:defRPr>
            </a:lvl1pPr>
          </a:lstStyle>
          <a:p>
            <a:pPr indent="0" algn="l">
              <a:buNone/>
            </a:pPr>
            <a:r>
              <a:rPr lang="en-US" sz="1400" b="0" u="none" strike="noStrike">
                <a:solidFill>
                  <a:srgbClr val="000000"/>
                </a:solidFill>
                <a:effectLst/>
                <a:uFillTx/>
                <a:latin typeface="Arial" panose="020B0604020202020204"/>
              </a:rPr>
              <a:t>Click to edit the title text format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One column text">
    <p:bg>
      <p:bgPr>
        <a:solidFill>
          <a:schemeClr val="lt1"/>
        </a:solidFill>
        <a:effectLst/>
      </p:bgPr>
    </p:bg>
    <p:spTree>
      <p:nvGrpSpPr>
        <p:cNvPr id="1" name=""/>
        <p:cNvGrpSpPr/>
        <p:nvPr/>
      </p:nvGrpSpPr>
      <p:grpSpPr>
        <a:xfrm>
          <a:off x="0" y="0"/>
          <a:ext cx="0" cy="0"/>
          <a:chOff x="0" y="0"/>
          <a:chExt cx="0" cy="0"/>
        </a:xfrm>
      </p:grpSpPr>
      <p:pic>
        <p:nvPicPr>
          <p:cNvPr id="19" name="Google Shape;8;p5"/>
          <p:cNvPicPr/>
          <p:nvPr/>
        </p:nvPicPr>
        <p:blipFill>
          <a:blip r:embed="rId2"/>
          <a:stretch>
            <a:fillRect/>
          </a:stretch>
        </p:blipFill>
        <p:spPr>
          <a:xfrm>
            <a:off x="8481960" y="139680"/>
            <a:ext cx="1439640" cy="294840"/>
          </a:xfrm>
          <a:prstGeom prst="rect">
            <a:avLst/>
          </a:prstGeom>
          <a:noFill/>
          <a:ln w="0">
            <a:noFill/>
          </a:ln>
        </p:spPr>
      </p:pic>
      <p:pic>
        <p:nvPicPr>
          <p:cNvPr id="20" name="Google Shape;10;p5"/>
          <p:cNvPicPr/>
          <p:nvPr/>
        </p:nvPicPr>
        <p:blipFill>
          <a:blip r:embed="rId3"/>
          <a:srcRect t="6693"/>
          <a:stretch>
            <a:fillRect/>
          </a:stretch>
        </p:blipFill>
        <p:spPr>
          <a:xfrm>
            <a:off x="8582040" y="4282920"/>
            <a:ext cx="1495080" cy="1120320"/>
          </a:xfrm>
          <a:prstGeom prst="rect">
            <a:avLst/>
          </a:prstGeom>
          <a:noFill/>
          <a:ln w="0">
            <a:noFill/>
          </a:ln>
        </p:spPr>
      </p:pic>
      <p:pic>
        <p:nvPicPr>
          <p:cNvPr id="21" name="Google Shape;11;p5"/>
          <p:cNvPicPr/>
          <p:nvPr/>
        </p:nvPicPr>
        <p:blipFill>
          <a:blip r:embed="rId4"/>
          <a:stretch>
            <a:fillRect/>
          </a:stretch>
        </p:blipFill>
        <p:spPr>
          <a:xfrm>
            <a:off x="0" y="0"/>
            <a:ext cx="1426680" cy="1101240"/>
          </a:xfrm>
          <a:prstGeom prst="rect">
            <a:avLst/>
          </a:prstGeom>
          <a:noFill/>
          <a:ln w="0">
            <a:noFill/>
          </a:ln>
        </p:spPr>
      </p:pic>
      <p:sp>
        <p:nvSpPr>
          <p:cNvPr id="22" name="Google Shape;12;p5"/>
          <p:cNvSpPr/>
          <p:nvPr/>
        </p:nvSpPr>
        <p:spPr>
          <a:xfrm>
            <a:off x="9472680" y="4849920"/>
            <a:ext cx="502920" cy="414000"/>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pPr>
            <a:fld id="{3604E80E-97D1-444C-A731-9B9CA6897008}" type="slidenum">
              <a:rPr lang="en-US" sz="1400" b="0" u="none" strike="noStrike">
                <a:solidFill>
                  <a:srgbClr val="FFFFFF"/>
                </a:solidFill>
                <a:effectLst/>
                <a:uFillTx/>
                <a:latin typeface="Arial" panose="020B0604020202020204"/>
              </a:rPr>
              <a:t>‹#›</a:t>
            </a:fld>
            <a:endParaRPr lang="en-IN" sz="1400" b="0" u="none" strike="noStrike">
              <a:solidFill>
                <a:srgbClr val="000000"/>
              </a:solidFill>
              <a:effectLst/>
              <a:uFillTx/>
              <a:latin typeface="Arial" panose="020B0604020202020204"/>
            </a:endParaRPr>
          </a:p>
        </p:txBody>
      </p:sp>
      <p:sp>
        <p:nvSpPr>
          <p:cNvPr id="23" name="PlaceHolder 1"/>
          <p:cNvSpPr>
            <a:spLocks noGrp="1"/>
          </p:cNvSpPr>
          <p:nvPr>
            <p:ph type="title" hasCustomPrompt="1"/>
          </p:nvPr>
        </p:nvSpPr>
        <p:spPr>
          <a:xfrm>
            <a:off x="343440" y="583560"/>
            <a:ext cx="3094200" cy="793440"/>
          </a:xfrm>
          <a:prstGeom prst="rect">
            <a:avLst/>
          </a:prstGeom>
          <a:noFill/>
          <a:ln w="0">
            <a:noFill/>
          </a:ln>
        </p:spPr>
        <p:txBody>
          <a:bodyPr lIns="91440" tIns="91440" rIns="91440" bIns="91440" numCol="1" spcCol="0" anchor="b">
            <a:noAutofit/>
          </a:bodyPr>
          <a:lstStyle>
            <a:lvl1pPr indent="0" algn="l">
              <a:buNone/>
              <a:defRPr lang="en-US" sz="2400" b="0" u="none" strike="noStrike">
                <a:solidFill>
                  <a:srgbClr val="000000"/>
                </a:solidFill>
                <a:effectLst/>
                <a:uFillTx/>
                <a:latin typeface="Arial" panose="020B0604020202020204"/>
              </a:defRPr>
            </a:lvl1pPr>
          </a:lstStyle>
          <a:p>
            <a:pPr indent="0" algn="l">
              <a:buNone/>
            </a:pPr>
            <a:r>
              <a:rPr lang="en-US" sz="2400" b="0" u="none" strike="noStrike">
                <a:solidFill>
                  <a:srgbClr val="000000"/>
                </a:solidFill>
                <a:effectLst/>
                <a:uFillTx/>
                <a:latin typeface="Arial" panose="020B0604020202020204"/>
              </a:rPr>
              <a:t>Click to edit the title text format</a:t>
            </a:r>
          </a:p>
        </p:txBody>
      </p:sp>
      <p:sp>
        <p:nvSpPr>
          <p:cNvPr id="24" name="PlaceHolder 2"/>
          <p:cNvSpPr>
            <a:spLocks noGrp="1"/>
          </p:cNvSpPr>
          <p:nvPr>
            <p:ph type="body" hasCustomPrompt="1"/>
          </p:nvPr>
        </p:nvSpPr>
        <p:spPr>
          <a:xfrm>
            <a:off x="343440" y="1459800"/>
            <a:ext cx="3094200" cy="3340080"/>
          </a:xfrm>
          <a:prstGeom prst="rect">
            <a:avLst/>
          </a:prstGeom>
          <a:noFill/>
          <a:ln w="0">
            <a:noFill/>
          </a:ln>
        </p:spPr>
        <p:txBody>
          <a:bodyPr lIns="91440" tIns="91440" rIns="91440" bIns="91440" numCol="1" spcCol="0" anchor="t">
            <a:noAutofit/>
          </a:bodyPr>
          <a:lstStyle>
            <a:lvl1pPr algn="l">
              <a:spcBef>
                <a:spcPts val="1415"/>
              </a:spcBef>
              <a:buClr>
                <a:srgbClr val="000000"/>
              </a:buClr>
              <a:buSzPct val="45000"/>
              <a:buFont typeface="Wingdings" panose="05000000000000000000" pitchFamily="2" charset="2"/>
              <a:buChar char=""/>
              <a:defRPr lang="en-US" sz="1200" b="0" u="none" strike="noStrike">
                <a:solidFill>
                  <a:srgbClr val="000000"/>
                </a:solidFill>
                <a:effectLst/>
                <a:uFillTx/>
                <a:latin typeface="Arial" panose="020B0604020202020204"/>
              </a:defRPr>
            </a:lvl1pPr>
            <a:lvl2pPr lvl="1" algn="l">
              <a:spcBef>
                <a:spcPts val="1135"/>
              </a:spcBef>
              <a:buClr>
                <a:srgbClr val="000000"/>
              </a:buClr>
              <a:buSzPct val="75000"/>
              <a:buFont typeface="Symbol" panose="05050102010706020507" charset="2"/>
              <a:buChar char=""/>
              <a:defRPr lang="en-US" sz="1200" b="0" u="none" strike="noStrike">
                <a:solidFill>
                  <a:srgbClr val="000000"/>
                </a:solidFill>
                <a:effectLst/>
                <a:uFillTx/>
                <a:latin typeface="Arial" panose="020B0604020202020204"/>
              </a:defRPr>
            </a:lvl2pPr>
            <a:lvl3pPr lvl="2" algn="l">
              <a:spcBef>
                <a:spcPts val="850"/>
              </a:spcBef>
              <a:buClr>
                <a:srgbClr val="000000"/>
              </a:buClr>
              <a:buSzPct val="45000"/>
              <a:buFont typeface="Wingdings" panose="05000000000000000000" pitchFamily="2" charset="2"/>
              <a:buChar char=""/>
              <a:defRPr lang="en-US" sz="1200" b="0" u="none" strike="noStrike">
                <a:solidFill>
                  <a:srgbClr val="000000"/>
                </a:solidFill>
                <a:effectLst/>
                <a:uFillTx/>
                <a:latin typeface="Arial" panose="020B0604020202020204"/>
              </a:defRPr>
            </a:lvl3pPr>
            <a:lvl4pPr lvl="3" algn="l">
              <a:spcBef>
                <a:spcPts val="565"/>
              </a:spcBef>
              <a:buClr>
                <a:srgbClr val="000000"/>
              </a:buClr>
              <a:buSzPct val="75000"/>
              <a:buFont typeface="Symbol" panose="05050102010706020507" charset="2"/>
              <a:buChar char=""/>
              <a:defRPr lang="en-US" sz="1200" b="0" u="none" strike="noStrike">
                <a:solidFill>
                  <a:srgbClr val="000000"/>
                </a:solidFill>
                <a:effectLst/>
                <a:uFillTx/>
                <a:latin typeface="Arial" panose="020B0604020202020204"/>
              </a:defRPr>
            </a:lvl4pPr>
            <a:lvl5pPr lvl="4" algn="l">
              <a:spcBef>
                <a:spcPts val="285"/>
              </a:spcBef>
              <a:buClr>
                <a:srgbClr val="000000"/>
              </a:buClr>
              <a:buSzPct val="45000"/>
              <a:buFont typeface="Wingdings" panose="05000000000000000000" pitchFamily="2" charset="2"/>
              <a:buChar char=""/>
              <a:defRPr lang="en-US" sz="1200" b="0" u="none" strike="noStrike">
                <a:solidFill>
                  <a:srgbClr val="000000"/>
                </a:solidFill>
                <a:effectLst/>
                <a:uFillTx/>
                <a:latin typeface="Arial" panose="020B0604020202020204"/>
              </a:defRPr>
            </a:lvl5pPr>
            <a:lvl6pPr lvl="5" algn="l">
              <a:spcBef>
                <a:spcPts val="285"/>
              </a:spcBef>
              <a:buClr>
                <a:srgbClr val="000000"/>
              </a:buClr>
              <a:buSzPct val="45000"/>
              <a:buFont typeface="Wingdings" panose="05000000000000000000" pitchFamily="2" charset="2"/>
              <a:buChar char=""/>
              <a:defRPr lang="en-US" sz="1200" b="0" u="none" strike="noStrike">
                <a:solidFill>
                  <a:srgbClr val="000000"/>
                </a:solidFill>
                <a:effectLst/>
                <a:uFillTx/>
                <a:latin typeface="Arial" panose="020B0604020202020204"/>
              </a:defRPr>
            </a:lvl6pPr>
            <a:lvl7pPr lvl="6" algn="l">
              <a:spcBef>
                <a:spcPts val="285"/>
              </a:spcBef>
              <a:buClr>
                <a:srgbClr val="000000"/>
              </a:buClr>
              <a:buSzPct val="45000"/>
              <a:buFont typeface="Wingdings" panose="05000000000000000000" pitchFamily="2" charset="2"/>
              <a:buChar char=""/>
              <a:defRPr lang="en-US" sz="1200" b="0" u="none" strike="noStrike">
                <a:solidFill>
                  <a:srgbClr val="000000"/>
                </a:solidFill>
                <a:effectLst/>
                <a:uFillTx/>
                <a:latin typeface="Arial" panose="020B0604020202020204"/>
              </a:defRPr>
            </a:lvl7pPr>
          </a:lstStyle>
          <a:p>
            <a:pPr marL="457200" indent="-304800" algn="l">
              <a:spcBef>
                <a:spcPts val="1415"/>
              </a:spcBef>
              <a:buClr>
                <a:srgbClr val="000000"/>
              </a:buClr>
              <a:buSzPct val="45000"/>
              <a:buFont typeface="Wingdings" panose="05000000000000000000" pitchFamily="2" charset="2"/>
              <a:buChar char=""/>
            </a:pPr>
            <a:r>
              <a:rPr lang="en-US" sz="1200" b="0" u="none" strike="noStrike">
                <a:solidFill>
                  <a:srgbClr val="000000"/>
                </a:solidFill>
                <a:effectLst/>
                <a:uFillTx/>
                <a:latin typeface="Arial" panose="020B0604020202020204"/>
              </a:rPr>
              <a:t>Click to edit the outline text format</a:t>
            </a:r>
          </a:p>
          <a:p>
            <a:pPr marL="914400" lvl="1" indent="-304800" algn="l">
              <a:spcBef>
                <a:spcPts val="1135"/>
              </a:spcBef>
              <a:buClr>
                <a:srgbClr val="000000"/>
              </a:buClr>
              <a:buSzPct val="75000"/>
              <a:buFont typeface="Symbol" panose="05050102010706020507" charset="2"/>
              <a:buChar char=""/>
            </a:pPr>
            <a:r>
              <a:rPr lang="en-US" sz="1200" b="0" u="none" strike="noStrike">
                <a:solidFill>
                  <a:srgbClr val="000000"/>
                </a:solidFill>
                <a:effectLst/>
                <a:uFillTx/>
                <a:latin typeface="Arial" panose="020B0604020202020204"/>
              </a:rPr>
              <a:t>Second Outline Level</a:t>
            </a:r>
          </a:p>
          <a:p>
            <a:pPr marL="1371600" lvl="2" indent="-304800" algn="l">
              <a:spcBef>
                <a:spcPts val="850"/>
              </a:spcBef>
              <a:buClr>
                <a:srgbClr val="000000"/>
              </a:buClr>
              <a:buSzPct val="45000"/>
              <a:buFont typeface="Wingdings" panose="05000000000000000000" pitchFamily="2" charset="2"/>
              <a:buChar char=""/>
            </a:pPr>
            <a:r>
              <a:rPr lang="en-US" sz="1200" b="0" u="none" strike="noStrike">
                <a:solidFill>
                  <a:srgbClr val="000000"/>
                </a:solidFill>
                <a:effectLst/>
                <a:uFillTx/>
                <a:latin typeface="Arial" panose="020B0604020202020204"/>
              </a:rPr>
              <a:t>Third Outline Level</a:t>
            </a:r>
          </a:p>
          <a:p>
            <a:pPr marL="1828800" lvl="3" indent="-304800" algn="l">
              <a:spcBef>
                <a:spcPts val="565"/>
              </a:spcBef>
              <a:buClr>
                <a:srgbClr val="000000"/>
              </a:buClr>
              <a:buSzPct val="75000"/>
              <a:buFont typeface="Symbol" panose="05050102010706020507" charset="2"/>
              <a:buChar char=""/>
            </a:pPr>
            <a:r>
              <a:rPr lang="en-US" sz="1200" b="0" u="none" strike="noStrike">
                <a:solidFill>
                  <a:srgbClr val="000000"/>
                </a:solidFill>
                <a:effectLst/>
                <a:uFillTx/>
                <a:latin typeface="Arial" panose="020B0604020202020204"/>
              </a:rPr>
              <a:t>Fourth Outline Level</a:t>
            </a:r>
          </a:p>
          <a:p>
            <a:pPr marL="2286000" lvl="4" indent="-304800" algn="l">
              <a:spcBef>
                <a:spcPts val="285"/>
              </a:spcBef>
              <a:buClr>
                <a:srgbClr val="000000"/>
              </a:buClr>
              <a:buSzPct val="45000"/>
              <a:buFont typeface="Wingdings" panose="05000000000000000000" pitchFamily="2" charset="2"/>
              <a:buChar char=""/>
            </a:pPr>
            <a:r>
              <a:rPr lang="en-US" sz="1200" b="0" u="none" strike="noStrike">
                <a:solidFill>
                  <a:srgbClr val="000000"/>
                </a:solidFill>
                <a:effectLst/>
                <a:uFillTx/>
                <a:latin typeface="Arial" panose="020B0604020202020204"/>
              </a:rPr>
              <a:t>Fifth Outline Level</a:t>
            </a:r>
          </a:p>
          <a:p>
            <a:pPr marL="2743200" lvl="5" indent="-304800" algn="l">
              <a:spcBef>
                <a:spcPts val="285"/>
              </a:spcBef>
              <a:buClr>
                <a:srgbClr val="000000"/>
              </a:buClr>
              <a:buSzPct val="45000"/>
              <a:buFont typeface="Wingdings" panose="05000000000000000000" pitchFamily="2" charset="2"/>
              <a:buChar char=""/>
            </a:pPr>
            <a:r>
              <a:rPr lang="en-US" sz="1200" b="0" u="none" strike="noStrike">
                <a:solidFill>
                  <a:srgbClr val="000000"/>
                </a:solidFill>
                <a:effectLst/>
                <a:uFillTx/>
                <a:latin typeface="Arial" panose="020B0604020202020204"/>
              </a:rPr>
              <a:t>Sixth Outline Level</a:t>
            </a:r>
          </a:p>
          <a:p>
            <a:pPr marL="3200400" lvl="6" indent="-304800" algn="l">
              <a:spcBef>
                <a:spcPts val="285"/>
              </a:spcBef>
              <a:buClr>
                <a:srgbClr val="000000"/>
              </a:buClr>
              <a:buSzPct val="45000"/>
              <a:buFont typeface="Wingdings" panose="05000000000000000000" pitchFamily="2" charset="2"/>
              <a:buChar char=""/>
            </a:pPr>
            <a:r>
              <a:rPr lang="en-US" sz="1200" b="0" u="none" strike="noStrike">
                <a:solidFill>
                  <a:srgbClr val="000000"/>
                </a:solidFill>
                <a:effectLst/>
                <a:uFillTx/>
                <a:latin typeface="Arial" panose="020B0604020202020204"/>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Main point">
    <p:bg>
      <p:bgPr>
        <a:solidFill>
          <a:schemeClr val="lt1"/>
        </a:solidFill>
        <a:effectLst/>
      </p:bgPr>
    </p:bg>
    <p:spTree>
      <p:nvGrpSpPr>
        <p:cNvPr id="1" name=""/>
        <p:cNvGrpSpPr/>
        <p:nvPr/>
      </p:nvGrpSpPr>
      <p:grpSpPr>
        <a:xfrm>
          <a:off x="0" y="0"/>
          <a:ext cx="0" cy="0"/>
          <a:chOff x="0" y="0"/>
          <a:chExt cx="0" cy="0"/>
        </a:xfrm>
      </p:grpSpPr>
      <p:pic>
        <p:nvPicPr>
          <p:cNvPr id="25" name="Google Shape;8;p5"/>
          <p:cNvPicPr/>
          <p:nvPr/>
        </p:nvPicPr>
        <p:blipFill>
          <a:blip r:embed="rId2"/>
          <a:stretch>
            <a:fillRect/>
          </a:stretch>
        </p:blipFill>
        <p:spPr>
          <a:xfrm>
            <a:off x="8481960" y="139680"/>
            <a:ext cx="1439640" cy="294840"/>
          </a:xfrm>
          <a:prstGeom prst="rect">
            <a:avLst/>
          </a:prstGeom>
          <a:noFill/>
          <a:ln w="0">
            <a:noFill/>
          </a:ln>
        </p:spPr>
      </p:pic>
      <p:pic>
        <p:nvPicPr>
          <p:cNvPr id="26" name="Google Shape;10;p5"/>
          <p:cNvPicPr/>
          <p:nvPr/>
        </p:nvPicPr>
        <p:blipFill>
          <a:blip r:embed="rId3"/>
          <a:srcRect t="6693"/>
          <a:stretch>
            <a:fillRect/>
          </a:stretch>
        </p:blipFill>
        <p:spPr>
          <a:xfrm>
            <a:off x="8582040" y="4282920"/>
            <a:ext cx="1495080" cy="1120320"/>
          </a:xfrm>
          <a:prstGeom prst="rect">
            <a:avLst/>
          </a:prstGeom>
          <a:noFill/>
          <a:ln w="0">
            <a:noFill/>
          </a:ln>
        </p:spPr>
      </p:pic>
      <p:pic>
        <p:nvPicPr>
          <p:cNvPr id="27" name="Google Shape;11;p5"/>
          <p:cNvPicPr/>
          <p:nvPr/>
        </p:nvPicPr>
        <p:blipFill>
          <a:blip r:embed="rId4"/>
          <a:stretch>
            <a:fillRect/>
          </a:stretch>
        </p:blipFill>
        <p:spPr>
          <a:xfrm>
            <a:off x="0" y="0"/>
            <a:ext cx="1426680" cy="1101240"/>
          </a:xfrm>
          <a:prstGeom prst="rect">
            <a:avLst/>
          </a:prstGeom>
          <a:noFill/>
          <a:ln w="0">
            <a:noFill/>
          </a:ln>
        </p:spPr>
      </p:pic>
      <p:sp>
        <p:nvSpPr>
          <p:cNvPr id="28" name="Google Shape;12;p5"/>
          <p:cNvSpPr/>
          <p:nvPr/>
        </p:nvSpPr>
        <p:spPr>
          <a:xfrm>
            <a:off x="9472680" y="4849920"/>
            <a:ext cx="502920" cy="414000"/>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pPr>
            <a:fld id="{B77A0907-56AA-46EF-A114-740661CAD1A5}" type="slidenum">
              <a:rPr lang="en-US" sz="1400" b="0" u="none" strike="noStrike">
                <a:solidFill>
                  <a:srgbClr val="FFFFFF"/>
                </a:solidFill>
                <a:effectLst/>
                <a:uFillTx/>
                <a:latin typeface="Arial" panose="020B0604020202020204"/>
              </a:rPr>
              <a:t>‹#›</a:t>
            </a:fld>
            <a:endParaRPr lang="en-IN" sz="1400" b="0" u="none" strike="noStrike">
              <a:solidFill>
                <a:srgbClr val="000000"/>
              </a:solidFill>
              <a:effectLst/>
              <a:uFillTx/>
              <a:latin typeface="Arial" panose="020B0604020202020204"/>
            </a:endParaRPr>
          </a:p>
        </p:txBody>
      </p:sp>
      <p:sp>
        <p:nvSpPr>
          <p:cNvPr id="29" name="PlaceHolder 1"/>
          <p:cNvSpPr>
            <a:spLocks noGrp="1"/>
          </p:cNvSpPr>
          <p:nvPr>
            <p:ph type="title" hasCustomPrompt="1"/>
          </p:nvPr>
        </p:nvSpPr>
        <p:spPr>
          <a:xfrm>
            <a:off x="540360" y="473040"/>
            <a:ext cx="7017480" cy="4297680"/>
          </a:xfrm>
          <a:prstGeom prst="rect">
            <a:avLst/>
          </a:prstGeom>
          <a:noFill/>
          <a:ln w="0">
            <a:noFill/>
          </a:ln>
        </p:spPr>
        <p:txBody>
          <a:bodyPr lIns="91440" tIns="91440" rIns="91440" bIns="91440" numCol="1" spcCol="0" anchor="ctr">
            <a:noAutofit/>
          </a:bodyPr>
          <a:lstStyle>
            <a:lvl1pPr indent="0" algn="l">
              <a:buNone/>
              <a:defRPr lang="en-US" sz="4800" b="0" u="none" strike="noStrike">
                <a:solidFill>
                  <a:srgbClr val="000000"/>
                </a:solidFill>
                <a:effectLst/>
                <a:uFillTx/>
                <a:latin typeface="Arial" panose="020B0604020202020204"/>
              </a:defRPr>
            </a:lvl1pPr>
          </a:lstStyle>
          <a:p>
            <a:pPr indent="0" algn="l">
              <a:buNone/>
            </a:pPr>
            <a:r>
              <a:rPr lang="en-US" sz="4800" b="0" u="none" strike="noStrike">
                <a:solidFill>
                  <a:srgbClr val="000000"/>
                </a:solidFill>
                <a:effectLst/>
                <a:uFillTx/>
                <a:latin typeface="Arial" panose="020B0604020202020204"/>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 title and description">
    <p:bg>
      <p:bgPr>
        <a:solidFill>
          <a:schemeClr val="lt1"/>
        </a:solidFill>
        <a:effectLst/>
      </p:bgPr>
    </p:bg>
    <p:spTree>
      <p:nvGrpSpPr>
        <p:cNvPr id="1" name=""/>
        <p:cNvGrpSpPr/>
        <p:nvPr/>
      </p:nvGrpSpPr>
      <p:grpSpPr>
        <a:xfrm>
          <a:off x="0" y="0"/>
          <a:ext cx="0" cy="0"/>
          <a:chOff x="0" y="0"/>
          <a:chExt cx="0" cy="0"/>
        </a:xfrm>
      </p:grpSpPr>
      <p:pic>
        <p:nvPicPr>
          <p:cNvPr id="30" name="Google Shape;8;p5"/>
          <p:cNvPicPr/>
          <p:nvPr/>
        </p:nvPicPr>
        <p:blipFill>
          <a:blip r:embed="rId2"/>
          <a:stretch>
            <a:fillRect/>
          </a:stretch>
        </p:blipFill>
        <p:spPr>
          <a:xfrm>
            <a:off x="8481960" y="139680"/>
            <a:ext cx="1439640" cy="294840"/>
          </a:xfrm>
          <a:prstGeom prst="rect">
            <a:avLst/>
          </a:prstGeom>
          <a:noFill/>
          <a:ln w="0">
            <a:noFill/>
          </a:ln>
        </p:spPr>
      </p:pic>
      <p:pic>
        <p:nvPicPr>
          <p:cNvPr id="31" name="Google Shape;10;p5"/>
          <p:cNvPicPr/>
          <p:nvPr/>
        </p:nvPicPr>
        <p:blipFill>
          <a:blip r:embed="rId3"/>
          <a:srcRect t="6693"/>
          <a:stretch>
            <a:fillRect/>
          </a:stretch>
        </p:blipFill>
        <p:spPr>
          <a:xfrm>
            <a:off x="8582040" y="4282920"/>
            <a:ext cx="1495080" cy="1120320"/>
          </a:xfrm>
          <a:prstGeom prst="rect">
            <a:avLst/>
          </a:prstGeom>
          <a:noFill/>
          <a:ln w="0">
            <a:noFill/>
          </a:ln>
        </p:spPr>
      </p:pic>
      <p:pic>
        <p:nvPicPr>
          <p:cNvPr id="32" name="Google Shape;11;p5"/>
          <p:cNvPicPr/>
          <p:nvPr/>
        </p:nvPicPr>
        <p:blipFill>
          <a:blip r:embed="rId4"/>
          <a:stretch>
            <a:fillRect/>
          </a:stretch>
        </p:blipFill>
        <p:spPr>
          <a:xfrm>
            <a:off x="0" y="0"/>
            <a:ext cx="1426680" cy="1101240"/>
          </a:xfrm>
          <a:prstGeom prst="rect">
            <a:avLst/>
          </a:prstGeom>
          <a:noFill/>
          <a:ln w="0">
            <a:noFill/>
          </a:ln>
        </p:spPr>
      </p:pic>
      <p:sp>
        <p:nvSpPr>
          <p:cNvPr id="33" name="Google Shape;12;p5"/>
          <p:cNvSpPr/>
          <p:nvPr/>
        </p:nvSpPr>
        <p:spPr>
          <a:xfrm>
            <a:off x="9472680" y="4849920"/>
            <a:ext cx="502920" cy="414000"/>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pPr>
            <a:fld id="{7D02A9A0-78C0-4416-BAEC-706D900F1CA3}" type="slidenum">
              <a:rPr lang="en-US" sz="1400" b="0" u="none" strike="noStrike">
                <a:solidFill>
                  <a:srgbClr val="FFFFFF"/>
                </a:solidFill>
                <a:effectLst/>
                <a:uFillTx/>
                <a:latin typeface="Arial" panose="020B0604020202020204"/>
              </a:rPr>
              <a:t>‹#›</a:t>
            </a:fld>
            <a:endParaRPr lang="en-IN" sz="1400" b="0" u="none" strike="noStrike">
              <a:solidFill>
                <a:srgbClr val="000000"/>
              </a:solidFill>
              <a:effectLst/>
              <a:uFillTx/>
              <a:latin typeface="Arial" panose="020B0604020202020204"/>
            </a:endParaRPr>
          </a:p>
        </p:txBody>
      </p:sp>
      <p:sp>
        <p:nvSpPr>
          <p:cNvPr id="34" name="Google Shape;33;p12"/>
          <p:cNvSpPr/>
          <p:nvPr/>
        </p:nvSpPr>
        <p:spPr>
          <a:xfrm>
            <a:off x="5038560" y="0"/>
            <a:ext cx="5038200" cy="5403600"/>
          </a:xfrm>
          <a:prstGeom prst="rect">
            <a:avLst/>
          </a:prstGeom>
          <a:solidFill>
            <a:schemeClr val="tx2"/>
          </a:solidFill>
          <a:ln w="9525">
            <a:noFill/>
          </a:ln>
        </p:spPr>
        <p:style>
          <a:lnRef idx="0">
            <a:scrgbClr r="0" g="0" b="0"/>
          </a:lnRef>
          <a:fillRef idx="0">
            <a:scrgbClr r="0" g="0" b="0"/>
          </a:fillRef>
          <a:effectRef idx="0">
            <a:scrgbClr r="0" g="0" b="0"/>
          </a:effectRef>
          <a:fontRef idx="minor"/>
        </p:style>
        <p:txBody>
          <a:bodyPr tIns="91440" bIns="91440" anchor="ctr">
            <a:noAutofit/>
          </a:bodyPr>
          <a:lstStyle/>
          <a:p>
            <a:endParaRPr lang="en-US" sz="1400" b="0" u="none" strike="noStrike">
              <a:solidFill>
                <a:srgbClr val="000000"/>
              </a:solidFill>
              <a:effectLst/>
              <a:uFillTx/>
              <a:latin typeface="Arial" panose="020B0604020202020204"/>
            </a:endParaRPr>
          </a:p>
        </p:txBody>
      </p:sp>
      <p:sp>
        <p:nvSpPr>
          <p:cNvPr id="35" name="PlaceHolder 1"/>
          <p:cNvSpPr>
            <a:spLocks noGrp="1"/>
          </p:cNvSpPr>
          <p:nvPr>
            <p:ph type="title" hasCustomPrompt="1"/>
          </p:nvPr>
        </p:nvSpPr>
        <p:spPr>
          <a:xfrm>
            <a:off x="292680" y="1295640"/>
            <a:ext cx="4457880" cy="1557000"/>
          </a:xfrm>
          <a:prstGeom prst="rect">
            <a:avLst/>
          </a:prstGeom>
          <a:noFill/>
          <a:ln w="0">
            <a:noFill/>
          </a:ln>
        </p:spPr>
        <p:txBody>
          <a:bodyPr lIns="91440" tIns="91440" rIns="91440" bIns="91440" numCol="1" spcCol="0" anchor="b">
            <a:noAutofit/>
          </a:bodyPr>
          <a:lstStyle>
            <a:lvl1pPr indent="0" algn="l">
              <a:buNone/>
              <a:defRPr lang="en-US" sz="4200" b="0" u="none" strike="noStrike">
                <a:solidFill>
                  <a:srgbClr val="000000"/>
                </a:solidFill>
                <a:effectLst/>
                <a:uFillTx/>
                <a:latin typeface="Arial" panose="020B0604020202020204"/>
              </a:defRPr>
            </a:lvl1pPr>
          </a:lstStyle>
          <a:p>
            <a:pPr indent="0" algn="l">
              <a:buNone/>
            </a:pPr>
            <a:r>
              <a:rPr lang="en-US" sz="4200" b="0" u="none" strike="noStrike">
                <a:solidFill>
                  <a:srgbClr val="000000"/>
                </a:solidFill>
                <a:effectLst/>
                <a:uFillTx/>
                <a:latin typeface="Arial" panose="020B0604020202020204"/>
              </a:rPr>
              <a:t>Click to edit the title text format</a:t>
            </a:r>
          </a:p>
        </p:txBody>
      </p:sp>
      <p:sp>
        <p:nvSpPr>
          <p:cNvPr id="36" name="PlaceHolder 2"/>
          <p:cNvSpPr>
            <a:spLocks noGrp="1"/>
          </p:cNvSpPr>
          <p:nvPr>
            <p:ph type="body" hasCustomPrompt="1"/>
          </p:nvPr>
        </p:nvSpPr>
        <p:spPr>
          <a:xfrm>
            <a:off x="5443920" y="760680"/>
            <a:ext cx="4228200" cy="3881880"/>
          </a:xfrm>
          <a:prstGeom prst="rect">
            <a:avLst/>
          </a:prstGeom>
          <a:noFill/>
          <a:ln w="0">
            <a:noFill/>
          </a:ln>
        </p:spPr>
        <p:txBody>
          <a:bodyPr lIns="91440" tIns="91440" rIns="91440" bIns="91440" numCol="1" spcCol="0" anchor="ctr">
            <a:noAutofit/>
          </a:bodyPr>
          <a:lstStyle>
            <a:lvl1pPr algn="l">
              <a:spcBef>
                <a:spcPts val="141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1pPr>
            <a:lvl2pPr lvl="1" algn="l">
              <a:spcBef>
                <a:spcPts val="113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2pPr>
            <a:lvl3pPr lvl="2" algn="l">
              <a:spcBef>
                <a:spcPts val="850"/>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3pPr>
            <a:lvl4pPr lvl="3" algn="l">
              <a:spcBef>
                <a:spcPts val="56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4pPr>
            <a:lvl5pPr lvl="4"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5pPr>
            <a:lvl6pPr lvl="5"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6pPr>
            <a:lvl7pPr lvl="6"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7pPr>
          </a:lstStyle>
          <a:p>
            <a:pPr marL="457200" indent="-342900" algn="l">
              <a:spcBef>
                <a:spcPts val="141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Click to edit the outline text format</a:t>
            </a:r>
          </a:p>
          <a:p>
            <a:pPr marL="914400" lvl="1" indent="-317500" algn="l">
              <a:spcBef>
                <a:spcPts val="1135"/>
              </a:spcBef>
              <a:buClr>
                <a:srgbClr val="000000"/>
              </a:buClr>
              <a:buSzPct val="75000"/>
              <a:buFont typeface="Symbol" panose="05050102010706020507" charset="2"/>
              <a:buChar char=""/>
            </a:pPr>
            <a:r>
              <a:rPr lang="en-US" sz="1400" b="0" u="none" strike="noStrike">
                <a:solidFill>
                  <a:srgbClr val="000000"/>
                </a:solidFill>
                <a:effectLst/>
                <a:uFillTx/>
                <a:latin typeface="Arial" panose="020B0604020202020204"/>
              </a:rPr>
              <a:t>Second Outline Level</a:t>
            </a:r>
          </a:p>
          <a:p>
            <a:pPr marL="1371600" lvl="2" indent="-317500" algn="l">
              <a:spcBef>
                <a:spcPts val="850"/>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Third Outline Level</a:t>
            </a:r>
          </a:p>
          <a:p>
            <a:pPr marL="1828800" lvl="3" indent="-317500" algn="l">
              <a:spcBef>
                <a:spcPts val="565"/>
              </a:spcBef>
              <a:buClr>
                <a:srgbClr val="000000"/>
              </a:buClr>
              <a:buSzPct val="75000"/>
              <a:buFont typeface="Symbol" panose="05050102010706020507" charset="2"/>
              <a:buChar char=""/>
            </a:pPr>
            <a:r>
              <a:rPr lang="en-US" sz="1400" b="0" u="none" strike="noStrike">
                <a:solidFill>
                  <a:srgbClr val="000000"/>
                </a:solidFill>
                <a:effectLst/>
                <a:uFillTx/>
                <a:latin typeface="Arial" panose="020B0604020202020204"/>
              </a:rPr>
              <a:t>Fourth Outline Level</a:t>
            </a:r>
          </a:p>
          <a:p>
            <a:pPr marL="2286000" lvl="4" indent="-317500" algn="l">
              <a:spcBef>
                <a:spcPts val="28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Fifth Outline Level</a:t>
            </a:r>
          </a:p>
          <a:p>
            <a:pPr marL="2743200" lvl="5" indent="-317500" algn="l">
              <a:spcBef>
                <a:spcPts val="28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Sixth Outline Level</a:t>
            </a:r>
          </a:p>
          <a:p>
            <a:pPr marL="3200400" lvl="6" indent="-317500" algn="l">
              <a:spcBef>
                <a:spcPts val="28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Seventh Outline Level</a:t>
            </a:r>
          </a:p>
        </p:txBody>
      </p:sp>
      <p:sp>
        <p:nvSpPr>
          <p:cNvPr id="37" name="PlaceHolder 3"/>
          <p:cNvSpPr>
            <a:spLocks noGrp="1"/>
          </p:cNvSpPr>
          <p:nvPr>
            <p:ph type="sldNum" idx="1"/>
          </p:nvPr>
        </p:nvSpPr>
        <p:spPr>
          <a:xfrm>
            <a:off x="9337680" y="4898880"/>
            <a:ext cx="604440" cy="414000"/>
          </a:xfrm>
          <a:prstGeom prst="rect">
            <a:avLst/>
          </a:prstGeom>
          <a:noFill/>
          <a:ln w="9360">
            <a:noFill/>
          </a:ln>
        </p:spPr>
        <p:txBody>
          <a:bodyPr lIns="91440" tIns="91440" rIns="91440" bIns="91440" numCol="1" spcCol="0" anchor="ctr">
            <a:noAutofit/>
          </a:bodyPr>
          <a:lstStyle>
            <a:lvl1pPr indent="0" algn="l">
              <a:lnSpc>
                <a:spcPct val="100000"/>
              </a:lnSpc>
              <a:buNone/>
              <a:defRPr lang="en-US" sz="1400" b="0" u="none" strike="noStrike">
                <a:solidFill>
                  <a:srgbClr val="000000"/>
                </a:solidFill>
                <a:effectLst/>
                <a:uFillTx/>
                <a:latin typeface="Arial" panose="020B0604020202020204"/>
              </a:defRPr>
            </a:lvl1pPr>
          </a:lstStyle>
          <a:p>
            <a:pPr indent="0" algn="l">
              <a:lnSpc>
                <a:spcPct val="100000"/>
              </a:lnSpc>
              <a:buNone/>
            </a:pPr>
            <a:fld id="{590127DD-8ECA-4525-A1CC-F5CCBBFF2FD0}" type="slidenum">
              <a:rPr lang="en-US" sz="1400" b="0" u="none" strike="noStrike">
                <a:solidFill>
                  <a:srgbClr val="000000"/>
                </a:solidFill>
                <a:effectLst/>
                <a:uFillTx/>
                <a:latin typeface="Arial" panose="020B0604020202020204"/>
              </a:rPr>
              <a:t>‹#›</a:t>
            </a:fld>
            <a:endParaRPr lang="en-IN" sz="14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aption">
    <p:bg>
      <p:bgPr>
        <a:solidFill>
          <a:schemeClr val="lt1"/>
        </a:solidFill>
        <a:effectLst/>
      </p:bgPr>
    </p:bg>
    <p:spTree>
      <p:nvGrpSpPr>
        <p:cNvPr id="1" name=""/>
        <p:cNvGrpSpPr/>
        <p:nvPr/>
      </p:nvGrpSpPr>
      <p:grpSpPr>
        <a:xfrm>
          <a:off x="0" y="0"/>
          <a:ext cx="0" cy="0"/>
          <a:chOff x="0" y="0"/>
          <a:chExt cx="0" cy="0"/>
        </a:xfrm>
      </p:grpSpPr>
      <p:pic>
        <p:nvPicPr>
          <p:cNvPr id="38" name="Google Shape;8;p5"/>
          <p:cNvPicPr/>
          <p:nvPr/>
        </p:nvPicPr>
        <p:blipFill>
          <a:blip r:embed="rId2"/>
          <a:stretch>
            <a:fillRect/>
          </a:stretch>
        </p:blipFill>
        <p:spPr>
          <a:xfrm>
            <a:off x="8481960" y="139680"/>
            <a:ext cx="1439640" cy="294840"/>
          </a:xfrm>
          <a:prstGeom prst="rect">
            <a:avLst/>
          </a:prstGeom>
          <a:noFill/>
          <a:ln w="0">
            <a:noFill/>
          </a:ln>
        </p:spPr>
      </p:pic>
      <p:pic>
        <p:nvPicPr>
          <p:cNvPr id="39" name="Google Shape;10;p5"/>
          <p:cNvPicPr/>
          <p:nvPr/>
        </p:nvPicPr>
        <p:blipFill>
          <a:blip r:embed="rId3"/>
          <a:srcRect t="6693"/>
          <a:stretch>
            <a:fillRect/>
          </a:stretch>
        </p:blipFill>
        <p:spPr>
          <a:xfrm>
            <a:off x="8582040" y="4282920"/>
            <a:ext cx="1495080" cy="1120320"/>
          </a:xfrm>
          <a:prstGeom prst="rect">
            <a:avLst/>
          </a:prstGeom>
          <a:noFill/>
          <a:ln w="0">
            <a:noFill/>
          </a:ln>
        </p:spPr>
      </p:pic>
      <p:pic>
        <p:nvPicPr>
          <p:cNvPr id="40" name="Google Shape;11;p5"/>
          <p:cNvPicPr/>
          <p:nvPr/>
        </p:nvPicPr>
        <p:blipFill>
          <a:blip r:embed="rId4"/>
          <a:stretch>
            <a:fillRect/>
          </a:stretch>
        </p:blipFill>
        <p:spPr>
          <a:xfrm>
            <a:off x="0" y="0"/>
            <a:ext cx="1426680" cy="1101240"/>
          </a:xfrm>
          <a:prstGeom prst="rect">
            <a:avLst/>
          </a:prstGeom>
          <a:noFill/>
          <a:ln w="0">
            <a:noFill/>
          </a:ln>
        </p:spPr>
      </p:pic>
      <p:sp>
        <p:nvSpPr>
          <p:cNvPr id="41" name="Google Shape;12;p5"/>
          <p:cNvSpPr/>
          <p:nvPr/>
        </p:nvSpPr>
        <p:spPr>
          <a:xfrm>
            <a:off x="9472680" y="4849920"/>
            <a:ext cx="502920" cy="414000"/>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pPr>
            <a:fld id="{F96D2CD5-3B5C-4C74-B854-E302A47123D5}" type="slidenum">
              <a:rPr lang="en-US" sz="1400" b="0" u="none" strike="noStrike">
                <a:solidFill>
                  <a:srgbClr val="FFFFFF"/>
                </a:solidFill>
                <a:effectLst/>
                <a:uFillTx/>
                <a:latin typeface="Arial" panose="020B0604020202020204"/>
              </a:rPr>
              <a:t>‹#›</a:t>
            </a:fld>
            <a:endParaRPr lang="en-IN" sz="1400" b="0" u="none" strike="noStrike">
              <a:solidFill>
                <a:srgbClr val="000000"/>
              </a:solidFill>
              <a:effectLst/>
              <a:uFillTx/>
              <a:latin typeface="Arial" panose="020B0604020202020204"/>
            </a:endParaRPr>
          </a:p>
        </p:txBody>
      </p:sp>
      <p:sp>
        <p:nvSpPr>
          <p:cNvPr id="42" name="PlaceHolder 1"/>
          <p:cNvSpPr>
            <a:spLocks noGrp="1"/>
          </p:cNvSpPr>
          <p:nvPr>
            <p:ph type="body" hasCustomPrompt="1"/>
          </p:nvPr>
        </p:nvSpPr>
        <p:spPr>
          <a:xfrm>
            <a:off x="343440" y="4444560"/>
            <a:ext cx="6610680" cy="635400"/>
          </a:xfrm>
          <a:prstGeom prst="rect">
            <a:avLst/>
          </a:prstGeom>
          <a:noFill/>
          <a:ln w="0">
            <a:noFill/>
          </a:ln>
        </p:spPr>
        <p:txBody>
          <a:bodyPr lIns="91440" tIns="91440" rIns="91440" bIns="91440" numCol="1" spcCol="0" anchor="ctr">
            <a:noAutofit/>
          </a:bodyPr>
          <a:lstStyle>
            <a:lvl1pPr algn="l">
              <a:spcBef>
                <a:spcPts val="141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1pPr>
            <a:lvl2pPr lvl="1" algn="l">
              <a:spcBef>
                <a:spcPts val="113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2pPr>
            <a:lvl3pPr lvl="2" algn="l">
              <a:spcBef>
                <a:spcPts val="850"/>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3pPr>
            <a:lvl4pPr lvl="3" algn="l">
              <a:spcBef>
                <a:spcPts val="56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4pPr>
            <a:lvl5pPr lvl="4"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5pPr>
            <a:lvl6pPr lvl="5"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6pPr>
            <a:lvl7pPr lvl="6"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7pPr>
          </a:lstStyle>
          <a:p>
            <a:pPr marL="457200" indent="-228600" algn="l">
              <a:spcBef>
                <a:spcPts val="141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Click to edit the outline text format</a:t>
            </a:r>
          </a:p>
          <a:p>
            <a:pPr marL="742950" lvl="1" indent="-285750" algn="l">
              <a:spcBef>
                <a:spcPts val="1135"/>
              </a:spcBef>
              <a:buClr>
                <a:srgbClr val="000000"/>
              </a:buClr>
              <a:buSzPct val="75000"/>
              <a:buFont typeface="Symbol" panose="05050102010706020507" charset="2"/>
              <a:buChar char=""/>
            </a:pPr>
            <a:r>
              <a:rPr lang="en-US" sz="1400" b="0" u="none" strike="noStrike">
                <a:solidFill>
                  <a:srgbClr val="000000"/>
                </a:solidFill>
                <a:effectLst/>
                <a:uFillTx/>
                <a:latin typeface="Arial" panose="020B0604020202020204"/>
              </a:rPr>
              <a:t>Second Outline Level</a:t>
            </a:r>
          </a:p>
          <a:p>
            <a:pPr marL="1143000" lvl="2" indent="-228600" algn="l">
              <a:spcBef>
                <a:spcPts val="850"/>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Third Outline Level</a:t>
            </a:r>
          </a:p>
          <a:p>
            <a:pPr marL="1600200" lvl="3" indent="-228600" algn="l">
              <a:spcBef>
                <a:spcPts val="565"/>
              </a:spcBef>
              <a:buClr>
                <a:srgbClr val="000000"/>
              </a:buClr>
              <a:buSzPct val="75000"/>
              <a:buFont typeface="Symbol" panose="05050102010706020507" charset="2"/>
              <a:buChar char=""/>
            </a:pPr>
            <a:r>
              <a:rPr lang="en-US" sz="1400" b="0" u="none" strike="noStrike">
                <a:solidFill>
                  <a:srgbClr val="000000"/>
                </a:solidFill>
                <a:effectLst/>
                <a:uFillTx/>
                <a:latin typeface="Arial" panose="020B0604020202020204"/>
              </a:rPr>
              <a:t>Fourth Outline Level</a:t>
            </a:r>
          </a:p>
          <a:p>
            <a:pPr marL="2057400" lvl="4" indent="-228600" algn="l">
              <a:spcBef>
                <a:spcPts val="28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Fifth Outline Level</a:t>
            </a:r>
          </a:p>
          <a:p>
            <a:pPr marL="2592070" lvl="5" indent="-215900" algn="l">
              <a:spcBef>
                <a:spcPts val="28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Sixth Outline Level</a:t>
            </a:r>
          </a:p>
          <a:p>
            <a:pPr marL="3023870" lvl="6" indent="-215900" algn="l">
              <a:spcBef>
                <a:spcPts val="28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ig number">
    <p:bg>
      <p:bgPr>
        <a:solidFill>
          <a:schemeClr val="lt1"/>
        </a:solidFill>
        <a:effectLst/>
      </p:bgPr>
    </p:bg>
    <p:spTree>
      <p:nvGrpSpPr>
        <p:cNvPr id="1" name=""/>
        <p:cNvGrpSpPr/>
        <p:nvPr/>
      </p:nvGrpSpPr>
      <p:grpSpPr>
        <a:xfrm>
          <a:off x="0" y="0"/>
          <a:ext cx="0" cy="0"/>
          <a:chOff x="0" y="0"/>
          <a:chExt cx="0" cy="0"/>
        </a:xfrm>
      </p:grpSpPr>
      <p:pic>
        <p:nvPicPr>
          <p:cNvPr id="43" name="Google Shape;8;p5"/>
          <p:cNvPicPr/>
          <p:nvPr/>
        </p:nvPicPr>
        <p:blipFill>
          <a:blip r:embed="rId2"/>
          <a:stretch>
            <a:fillRect/>
          </a:stretch>
        </p:blipFill>
        <p:spPr>
          <a:xfrm>
            <a:off x="8481960" y="139680"/>
            <a:ext cx="1439640" cy="294840"/>
          </a:xfrm>
          <a:prstGeom prst="rect">
            <a:avLst/>
          </a:prstGeom>
          <a:noFill/>
          <a:ln w="0">
            <a:noFill/>
          </a:ln>
        </p:spPr>
      </p:pic>
      <p:pic>
        <p:nvPicPr>
          <p:cNvPr id="44" name="Google Shape;10;p5"/>
          <p:cNvPicPr/>
          <p:nvPr/>
        </p:nvPicPr>
        <p:blipFill>
          <a:blip r:embed="rId3"/>
          <a:srcRect t="6693"/>
          <a:stretch>
            <a:fillRect/>
          </a:stretch>
        </p:blipFill>
        <p:spPr>
          <a:xfrm>
            <a:off x="8582040" y="4282920"/>
            <a:ext cx="1495080" cy="1120320"/>
          </a:xfrm>
          <a:prstGeom prst="rect">
            <a:avLst/>
          </a:prstGeom>
          <a:noFill/>
          <a:ln w="0">
            <a:noFill/>
          </a:ln>
        </p:spPr>
      </p:pic>
      <p:pic>
        <p:nvPicPr>
          <p:cNvPr id="45" name="Google Shape;11;p5"/>
          <p:cNvPicPr/>
          <p:nvPr/>
        </p:nvPicPr>
        <p:blipFill>
          <a:blip r:embed="rId4"/>
          <a:stretch>
            <a:fillRect/>
          </a:stretch>
        </p:blipFill>
        <p:spPr>
          <a:xfrm>
            <a:off x="0" y="0"/>
            <a:ext cx="1426680" cy="1101240"/>
          </a:xfrm>
          <a:prstGeom prst="rect">
            <a:avLst/>
          </a:prstGeom>
          <a:noFill/>
          <a:ln w="0">
            <a:noFill/>
          </a:ln>
        </p:spPr>
      </p:pic>
      <p:sp>
        <p:nvSpPr>
          <p:cNvPr id="46" name="Google Shape;12;p5"/>
          <p:cNvSpPr/>
          <p:nvPr/>
        </p:nvSpPr>
        <p:spPr>
          <a:xfrm>
            <a:off x="9472680" y="4849920"/>
            <a:ext cx="502920" cy="414000"/>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pPr>
            <a:fld id="{587EE6EB-6699-4FA9-8BB8-ED5579EEC759}" type="slidenum">
              <a:rPr lang="en-US" sz="1400" b="0" u="none" strike="noStrike">
                <a:solidFill>
                  <a:srgbClr val="FFFFFF"/>
                </a:solidFill>
                <a:effectLst/>
                <a:uFillTx/>
                <a:latin typeface="Arial" panose="020B0604020202020204"/>
              </a:rPr>
              <a:t>‹#›</a:t>
            </a:fld>
            <a:endParaRPr lang="en-IN" sz="1400" b="0" u="none" strike="noStrike">
              <a:solidFill>
                <a:srgbClr val="000000"/>
              </a:solidFill>
              <a:effectLst/>
              <a:uFillTx/>
              <a:latin typeface="Arial" panose="020B0604020202020204"/>
            </a:endParaRPr>
          </a:p>
        </p:txBody>
      </p:sp>
      <p:sp>
        <p:nvSpPr>
          <p:cNvPr id="47" name="PlaceHolder 1"/>
          <p:cNvSpPr>
            <a:spLocks noGrp="1"/>
          </p:cNvSpPr>
          <p:nvPr>
            <p:ph type="title"/>
          </p:nvPr>
        </p:nvSpPr>
        <p:spPr>
          <a:xfrm>
            <a:off x="343440" y="1162080"/>
            <a:ext cx="9389880" cy="2062440"/>
          </a:xfrm>
          <a:prstGeom prst="rect">
            <a:avLst/>
          </a:prstGeom>
          <a:noFill/>
          <a:ln w="0">
            <a:noFill/>
          </a:ln>
        </p:spPr>
        <p:txBody>
          <a:bodyPr lIns="91440" tIns="91440" rIns="91440" bIns="91440" numCol="1" spcCol="0" anchor="b">
            <a:noAutofit/>
          </a:bodyPr>
          <a:lstStyle>
            <a:lvl1pPr indent="0" algn="ctr">
              <a:lnSpc>
                <a:spcPct val="100000"/>
              </a:lnSpc>
              <a:buNone/>
              <a:defRPr lang="en-US" sz="12000" b="0" u="none" strike="noStrike">
                <a:solidFill>
                  <a:srgbClr val="000000"/>
                </a:solidFill>
                <a:effectLst/>
                <a:uFillTx/>
                <a:latin typeface="Arial" panose="020B0604020202020204"/>
                <a:ea typeface="Arial" panose="020B0604020202020204"/>
              </a:defRPr>
            </a:lvl1pPr>
          </a:lstStyle>
          <a:p>
            <a:pPr indent="0" algn="ctr">
              <a:lnSpc>
                <a:spcPct val="100000"/>
              </a:lnSpc>
              <a:buNone/>
            </a:pPr>
            <a:r>
              <a:rPr lang="en-US" sz="12000" b="0" u="none" strike="noStrike">
                <a:solidFill>
                  <a:srgbClr val="000000"/>
                </a:solidFill>
                <a:effectLst/>
                <a:uFillTx/>
                <a:latin typeface="Arial" panose="020B0604020202020204"/>
                <a:ea typeface="Arial" panose="020B0604020202020204"/>
              </a:rPr>
              <a:t>Click to edit Master title style</a:t>
            </a:r>
            <a:endParaRPr lang="en-US" sz="12000" b="0" u="none" strike="noStrike">
              <a:solidFill>
                <a:srgbClr val="000000"/>
              </a:solidFill>
              <a:effectLst/>
              <a:uFillTx/>
              <a:latin typeface="Arial" panose="020B0604020202020204"/>
            </a:endParaRPr>
          </a:p>
        </p:txBody>
      </p:sp>
      <p:sp>
        <p:nvSpPr>
          <p:cNvPr id="48" name="PlaceHolder 2"/>
          <p:cNvSpPr>
            <a:spLocks noGrp="1"/>
          </p:cNvSpPr>
          <p:nvPr>
            <p:ph type="body" hasCustomPrompt="1"/>
          </p:nvPr>
        </p:nvSpPr>
        <p:spPr>
          <a:xfrm>
            <a:off x="343440" y="3311640"/>
            <a:ext cx="9389880" cy="1366200"/>
          </a:xfrm>
          <a:prstGeom prst="rect">
            <a:avLst/>
          </a:prstGeom>
          <a:noFill/>
          <a:ln w="0">
            <a:noFill/>
          </a:ln>
        </p:spPr>
        <p:txBody>
          <a:bodyPr lIns="91440" tIns="91440" rIns="91440" bIns="91440" numCol="1" spcCol="0" anchor="t">
            <a:noAutofit/>
          </a:bodyPr>
          <a:lstStyle>
            <a:lvl1pPr algn="l">
              <a:spcBef>
                <a:spcPts val="141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1pPr>
            <a:lvl2pPr lvl="1" algn="l">
              <a:spcBef>
                <a:spcPts val="113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2pPr>
            <a:lvl3pPr lvl="2" algn="l">
              <a:spcBef>
                <a:spcPts val="850"/>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3pPr>
            <a:lvl4pPr lvl="3" algn="l">
              <a:spcBef>
                <a:spcPts val="56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4pPr>
            <a:lvl5pPr lvl="4"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5pPr>
            <a:lvl6pPr lvl="5"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6pPr>
            <a:lvl7pPr lvl="6"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7pPr>
          </a:lstStyle>
          <a:p>
            <a:pPr marL="457200" indent="-342900" algn="l">
              <a:spcBef>
                <a:spcPts val="141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Click to edit the outline text format</a:t>
            </a:r>
          </a:p>
          <a:p>
            <a:pPr marL="914400" lvl="1" indent="-317500" algn="l">
              <a:spcBef>
                <a:spcPts val="1135"/>
              </a:spcBef>
              <a:buClr>
                <a:srgbClr val="000000"/>
              </a:buClr>
              <a:buSzPct val="75000"/>
              <a:buFont typeface="Symbol" panose="05050102010706020507" charset="2"/>
              <a:buChar char=""/>
            </a:pPr>
            <a:r>
              <a:rPr lang="en-US" sz="1400" b="0" u="none" strike="noStrike">
                <a:solidFill>
                  <a:srgbClr val="000000"/>
                </a:solidFill>
                <a:effectLst/>
                <a:uFillTx/>
                <a:latin typeface="Arial" panose="020B0604020202020204"/>
              </a:rPr>
              <a:t>Second Outline Level</a:t>
            </a:r>
          </a:p>
          <a:p>
            <a:pPr marL="1371600" lvl="2" indent="-317500" algn="l">
              <a:spcBef>
                <a:spcPts val="850"/>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Third Outline Level</a:t>
            </a:r>
          </a:p>
          <a:p>
            <a:pPr marL="1828800" lvl="3" indent="-317500" algn="l">
              <a:spcBef>
                <a:spcPts val="565"/>
              </a:spcBef>
              <a:buClr>
                <a:srgbClr val="000000"/>
              </a:buClr>
              <a:buSzPct val="75000"/>
              <a:buFont typeface="Symbol" panose="05050102010706020507" charset="2"/>
              <a:buChar char=""/>
            </a:pPr>
            <a:r>
              <a:rPr lang="en-US" sz="1400" b="0" u="none" strike="noStrike">
                <a:solidFill>
                  <a:srgbClr val="000000"/>
                </a:solidFill>
                <a:effectLst/>
                <a:uFillTx/>
                <a:latin typeface="Arial" panose="020B0604020202020204"/>
              </a:rPr>
              <a:t>Fourth Outline Level</a:t>
            </a:r>
          </a:p>
          <a:p>
            <a:pPr marL="2286000" lvl="4" indent="-317500" algn="l">
              <a:spcBef>
                <a:spcPts val="28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Fifth Outline Level</a:t>
            </a:r>
          </a:p>
          <a:p>
            <a:pPr marL="2743200" lvl="5" indent="-317500" algn="l">
              <a:spcBef>
                <a:spcPts val="28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Sixth Outline Level</a:t>
            </a:r>
          </a:p>
          <a:p>
            <a:pPr marL="3200400" lvl="6" indent="-317500" algn="l">
              <a:spcBef>
                <a:spcPts val="285"/>
              </a:spcBef>
              <a:buClr>
                <a:srgbClr val="000000"/>
              </a:buClr>
              <a:buSzPct val="45000"/>
              <a:buFont typeface="Wingdings" panose="05000000000000000000" pitchFamily="2" charset="2"/>
              <a:buChar char=""/>
            </a:pPr>
            <a:r>
              <a:rPr lang="en-US" sz="1400" b="0" u="none" strike="noStrike">
                <a:solidFill>
                  <a:srgbClr val="000000"/>
                </a:solidFill>
                <a:effectLst/>
                <a:uFillTx/>
                <a:latin typeface="Arial" panose="020B0604020202020204"/>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Google Shape;49;p15"/>
          <p:cNvSpPr/>
          <p:nvPr/>
        </p:nvSpPr>
        <p:spPr>
          <a:xfrm>
            <a:off x="1143000" y="311040"/>
            <a:ext cx="7086240" cy="639720"/>
          </a:xfrm>
          <a:prstGeom prst="rect">
            <a:avLst/>
          </a:prstGeom>
          <a:noFill/>
          <a:ln w="0">
            <a:noFill/>
          </a:ln>
        </p:spPr>
        <p:style>
          <a:lnRef idx="0">
            <a:scrgbClr r="0" g="0" b="0"/>
          </a:lnRef>
          <a:fillRef idx="0">
            <a:scrgbClr r="0" g="0" b="0"/>
          </a:fillRef>
          <a:effectRef idx="0">
            <a:scrgbClr r="0" g="0" b="0"/>
          </a:effectRef>
          <a:fontRef idx="minor"/>
        </p:style>
        <p:txBody>
          <a:bodyPr lIns="77760" tIns="38880" rIns="77760" bIns="38880" anchor="ctr">
            <a:noAutofit/>
          </a:bodyPr>
          <a:lstStyle/>
          <a:p>
            <a:r>
              <a:t>Customer Churn Prediction &amp; Business Intelligence System</a:t>
            </a:r>
          </a:p>
          <a:p>
            <a:r>
              <a:t>(End-to-End Data Processing, EDA &amp; ML Pipeline)</a:t>
            </a:r>
          </a:p>
        </p:txBody>
      </p:sp>
      <p:sp>
        <p:nvSpPr>
          <p:cNvPr id="56" name="Google Shape;49;p15"/>
          <p:cNvSpPr/>
          <p:nvPr/>
        </p:nvSpPr>
        <p:spPr>
          <a:xfrm>
            <a:off x="706320" y="3870360"/>
            <a:ext cx="4153680" cy="1093320"/>
          </a:xfrm>
          <a:prstGeom prst="rect">
            <a:avLst/>
          </a:prstGeom>
          <a:noFill/>
          <a:ln w="0">
            <a:noFill/>
          </a:ln>
        </p:spPr>
        <p:style>
          <a:lnRef idx="0">
            <a:scrgbClr r="0" g="0" b="0"/>
          </a:lnRef>
          <a:fillRef idx="0">
            <a:scrgbClr r="0" g="0" b="0"/>
          </a:fillRef>
          <a:effectRef idx="0">
            <a:scrgbClr r="0" g="0" b="0"/>
          </a:effectRef>
          <a:fontRef idx="minor"/>
        </p:style>
        <p:txBody>
          <a:bodyPr lIns="77760" tIns="38880" rIns="77760" bIns="38880" anchor="ctr">
            <a:noAutofit/>
          </a:bodyPr>
          <a:lstStyle/>
          <a:p>
            <a:r>
              <a:rPr lang="en-US" sz="1350" b="1" u="none" strike="noStrike" dirty="0">
                <a:solidFill>
                  <a:srgbClr val="0070C0"/>
                </a:solidFill>
                <a:effectLst/>
                <a:uFillTx/>
                <a:latin typeface="Georgia" panose="02040502050405020303"/>
              </a:rPr>
              <a:t>Team No: 8</a:t>
            </a:r>
            <a:endParaRPr lang="en-IN" sz="1350" b="0" u="none" strike="noStrike" dirty="0">
              <a:solidFill>
                <a:srgbClr val="000000"/>
              </a:solidFill>
              <a:effectLst/>
              <a:uFillTx/>
              <a:latin typeface="Arial" panose="020B0604020202020204"/>
            </a:endParaRPr>
          </a:p>
          <a:p>
            <a:r>
              <a:rPr lang="en-US" sz="1350" b="1" dirty="0" err="1">
                <a:solidFill>
                  <a:srgbClr val="0070C0"/>
                </a:solidFill>
                <a:latin typeface="Georgia" panose="02040502050405020303"/>
              </a:rPr>
              <a:t>Bekkem</a:t>
            </a:r>
            <a:r>
              <a:rPr lang="en-US" sz="1350" b="1" dirty="0">
                <a:solidFill>
                  <a:srgbClr val="0070C0"/>
                </a:solidFill>
                <a:latin typeface="Georgia" panose="02040502050405020303"/>
              </a:rPr>
              <a:t> Kalyan</a:t>
            </a:r>
            <a:r>
              <a:rPr lang="en-US" sz="1350" b="1" u="none" strike="noStrike" dirty="0">
                <a:solidFill>
                  <a:srgbClr val="0070C0"/>
                </a:solidFill>
                <a:effectLst/>
                <a:uFillTx/>
                <a:latin typeface="Georgia" panose="02040502050405020303"/>
              </a:rPr>
              <a:t> (23EG110C09)</a:t>
            </a:r>
            <a:endParaRPr lang="en-IN" sz="1350" b="0" u="none" strike="noStrike" dirty="0">
              <a:solidFill>
                <a:srgbClr val="000000"/>
              </a:solidFill>
              <a:effectLst/>
              <a:uFillTx/>
              <a:latin typeface="Arial" panose="020B0604020202020204"/>
            </a:endParaRPr>
          </a:p>
          <a:p>
            <a:r>
              <a:rPr lang="en-US" sz="1350" b="1" u="none" strike="noStrike" dirty="0" err="1">
                <a:solidFill>
                  <a:srgbClr val="0070C0"/>
                </a:solidFill>
                <a:effectLst/>
                <a:uFillTx/>
                <a:latin typeface="Georgia" panose="02040502050405020303"/>
              </a:rPr>
              <a:t>Eramolla</a:t>
            </a:r>
            <a:r>
              <a:rPr lang="en-US" sz="1350" b="1" u="none" strike="noStrike" dirty="0">
                <a:solidFill>
                  <a:srgbClr val="0070C0"/>
                </a:solidFill>
                <a:effectLst/>
                <a:uFillTx/>
                <a:latin typeface="Georgia" panose="02040502050405020303"/>
              </a:rPr>
              <a:t> Aryan Preetham (23EG110C21)</a:t>
            </a:r>
            <a:endParaRPr lang="en-IN" sz="1350" b="0" u="none" strike="noStrike" dirty="0">
              <a:solidFill>
                <a:srgbClr val="000000"/>
              </a:solidFill>
              <a:effectLst/>
              <a:uFillTx/>
              <a:latin typeface="Arial" panose="020B0604020202020204"/>
            </a:endParaRPr>
          </a:p>
          <a:p>
            <a:pPr>
              <a:lnSpc>
                <a:spcPct val="100000"/>
              </a:lnSpc>
            </a:pPr>
            <a:r>
              <a:rPr lang="en-US" sz="1350" b="1" u="none" strike="noStrike" dirty="0">
                <a:solidFill>
                  <a:srgbClr val="0070C0"/>
                </a:solidFill>
                <a:effectLst/>
                <a:uFillTx/>
                <a:latin typeface="Georgia" panose="02040502050405020303"/>
              </a:rPr>
              <a:t>Tirumala </a:t>
            </a:r>
            <a:r>
              <a:rPr lang="en-US" sz="1350" b="1" dirty="0" err="1">
                <a:solidFill>
                  <a:srgbClr val="0070C0"/>
                </a:solidFill>
                <a:latin typeface="Georgia" panose="02040502050405020303"/>
              </a:rPr>
              <a:t>P</a:t>
            </a:r>
            <a:r>
              <a:rPr lang="en-US" sz="1350" b="1" u="none" strike="noStrike" dirty="0" err="1">
                <a:solidFill>
                  <a:srgbClr val="0070C0"/>
                </a:solidFill>
                <a:effectLst/>
                <a:uFillTx/>
                <a:latin typeface="Georgia" panose="02040502050405020303"/>
              </a:rPr>
              <a:t>eddinty</a:t>
            </a:r>
            <a:r>
              <a:rPr lang="en-US" sz="1350" b="1" u="none" strike="noStrike" dirty="0">
                <a:solidFill>
                  <a:srgbClr val="0070C0"/>
                </a:solidFill>
                <a:effectLst/>
                <a:uFillTx/>
                <a:latin typeface="Georgia" panose="02040502050405020303"/>
              </a:rPr>
              <a:t> Vijaya Krishna Sreekar(23EG110C60)</a:t>
            </a:r>
            <a:endParaRPr lang="en-IN" sz="1350" b="0" u="none" strike="noStrike" dirty="0">
              <a:solidFill>
                <a:srgbClr val="000000"/>
              </a:solidFill>
              <a:effectLst/>
              <a:uFillTx/>
              <a:latin typeface="Arial" panose="020B0604020202020204"/>
            </a:endParaRPr>
          </a:p>
        </p:txBody>
      </p:sp>
      <p:sp>
        <p:nvSpPr>
          <p:cNvPr id="57" name="Google Shape;49;p15"/>
          <p:cNvSpPr/>
          <p:nvPr/>
        </p:nvSpPr>
        <p:spPr>
          <a:xfrm>
            <a:off x="5649840" y="3409920"/>
            <a:ext cx="3528720" cy="1761840"/>
          </a:xfrm>
          <a:prstGeom prst="rect">
            <a:avLst/>
          </a:prstGeom>
          <a:noFill/>
          <a:ln w="0">
            <a:noFill/>
          </a:ln>
        </p:spPr>
        <p:style>
          <a:lnRef idx="0">
            <a:scrgbClr r="0" g="0" b="0"/>
          </a:lnRef>
          <a:fillRef idx="0">
            <a:scrgbClr r="0" g="0" b="0"/>
          </a:fillRef>
          <a:effectRef idx="0">
            <a:scrgbClr r="0" g="0" b="0"/>
          </a:effectRef>
          <a:fontRef idx="minor"/>
        </p:style>
        <p:txBody>
          <a:bodyPr lIns="77760" tIns="38880" rIns="77760" bIns="38880" anchor="ctr" anchorCtr="1">
            <a:noAutofit/>
          </a:bodyPr>
          <a:lstStyle/>
          <a:p>
            <a:pPr algn="ctr"/>
            <a:r>
              <a:rPr lang="en-US" sz="1350" b="1" u="none" strike="noStrike" dirty="0">
                <a:solidFill>
                  <a:srgbClr val="0070C0"/>
                </a:solidFill>
                <a:effectLst/>
                <a:uFillTx/>
                <a:latin typeface="Georgia" panose="02040502050405020303"/>
              </a:rPr>
              <a:t>Under the Guidance of</a:t>
            </a:r>
            <a:endParaRPr lang="en-IN" sz="1350" b="0" u="none" strike="noStrike" dirty="0">
              <a:solidFill>
                <a:srgbClr val="000000"/>
              </a:solidFill>
              <a:effectLst/>
              <a:uFillTx/>
              <a:latin typeface="Arial" panose="020B0604020202020204"/>
            </a:endParaRPr>
          </a:p>
          <a:p>
            <a:pPr algn="ctr"/>
            <a:r>
              <a:rPr lang="en-US" sz="1350" b="1" dirty="0">
                <a:solidFill>
                  <a:srgbClr val="0070C0"/>
                </a:solidFill>
                <a:latin typeface="Georgia" panose="02040502050405020303"/>
              </a:rPr>
              <a:t>MR. </a:t>
            </a:r>
            <a:r>
              <a:rPr lang="en-US" sz="1350" b="1" dirty="0" err="1">
                <a:solidFill>
                  <a:srgbClr val="0070C0"/>
                </a:solidFill>
                <a:latin typeface="Georgia" panose="02040502050405020303"/>
              </a:rPr>
              <a:t>Biksham</a:t>
            </a:r>
            <a:endParaRPr lang="en-IN" sz="1350" b="0" u="none" strike="noStrike" dirty="0">
              <a:solidFill>
                <a:srgbClr val="000000"/>
              </a:solidFill>
              <a:effectLst/>
              <a:uFillTx/>
              <a:latin typeface="Arial" panose="020B0604020202020204"/>
            </a:endParaRPr>
          </a:p>
          <a:p>
            <a:pPr algn="ctr"/>
            <a:r>
              <a:rPr lang="en-US" sz="1350" b="1" u="none" strike="noStrike" dirty="0">
                <a:solidFill>
                  <a:srgbClr val="0070C0"/>
                </a:solidFill>
                <a:effectLst/>
                <a:uFillTx/>
                <a:latin typeface="Georgia" panose="02040502050405020303"/>
              </a:rPr>
              <a:t>Dept. of Data Science</a:t>
            </a:r>
            <a:endParaRPr lang="en-IN" sz="1350" b="0" u="none" strike="noStrike" dirty="0">
              <a:solidFill>
                <a:srgbClr val="000000"/>
              </a:solidFill>
              <a:effectLst/>
              <a:uFillTx/>
              <a:latin typeface="Arial" panose="020B0604020202020204"/>
            </a:endParaRPr>
          </a:p>
        </p:txBody>
      </p:sp>
      <p:sp>
        <p:nvSpPr>
          <p:cNvPr id="58" name="Google Shape;49;p15"/>
          <p:cNvSpPr/>
          <p:nvPr/>
        </p:nvSpPr>
        <p:spPr>
          <a:xfrm>
            <a:off x="1005840" y="1481400"/>
            <a:ext cx="7589160" cy="548280"/>
          </a:xfrm>
          <a:prstGeom prst="rect">
            <a:avLst/>
          </a:prstGeom>
          <a:noFill/>
          <a:ln w="0">
            <a:noFill/>
          </a:ln>
        </p:spPr>
        <p:style>
          <a:lnRef idx="0">
            <a:scrgbClr r="0" g="0" b="0"/>
          </a:lnRef>
          <a:fillRef idx="0">
            <a:scrgbClr r="0" g="0" b="0"/>
          </a:fillRef>
          <a:effectRef idx="0">
            <a:scrgbClr r="0" g="0" b="0"/>
          </a:effectRef>
          <a:fontRef idx="minor"/>
        </p:style>
        <p:txBody>
          <a:bodyPr lIns="77760" tIns="38880" rIns="77760" bIns="38880" anchor="ctr">
            <a:noAutofit/>
          </a:bodyPr>
          <a:lstStyle/>
          <a:p>
            <a:pPr algn="ctr">
              <a:lnSpc>
                <a:spcPct val="100000"/>
              </a:lnSpc>
              <a:spcBef>
                <a:spcPts val="1190"/>
              </a:spcBef>
              <a:spcAft>
                <a:spcPts val="990"/>
              </a:spcAft>
            </a:pPr>
            <a:r>
              <a:rPr lang="en-US" sz="2100" b="1" u="none" strike="noStrike" dirty="0">
                <a:solidFill>
                  <a:srgbClr val="0070C0"/>
                </a:solidFill>
                <a:effectLst/>
                <a:uFillTx/>
                <a:latin typeface="Georgia" panose="02040502050405020303"/>
              </a:rPr>
              <a:t>Domain: Business – Data Science Telecom Analytics</a:t>
            </a:r>
            <a:endParaRPr lang="en-IN" sz="2100" b="0" u="none" strike="noStrike" dirty="0">
              <a:solidFill>
                <a:srgbClr val="000000"/>
              </a:solidFill>
              <a:effectLst/>
              <a:uFillTx/>
              <a:latin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Google Shape;49;p15"/>
          <p:cNvSpPr/>
          <p:nvPr/>
        </p:nvSpPr>
        <p:spPr>
          <a:xfrm>
            <a:off x="204840" y="1147680"/>
            <a:ext cx="8453160" cy="1093320"/>
          </a:xfrm>
          <a:prstGeom prst="rect">
            <a:avLst/>
          </a:prstGeom>
          <a:noFill/>
          <a:ln w="0">
            <a:noFill/>
          </a:ln>
        </p:spPr>
        <p:style>
          <a:lnRef idx="0">
            <a:scrgbClr r="0" g="0" b="0"/>
          </a:lnRef>
          <a:fillRef idx="0">
            <a:scrgbClr r="0" g="0" b="0"/>
          </a:fillRef>
          <a:effectRef idx="0">
            <a:scrgbClr r="0" g="0" b="0"/>
          </a:effectRef>
          <a:fontRef idx="minor"/>
        </p:style>
        <p:txBody>
          <a:bodyPr lIns="77760" tIns="38880" rIns="77760" bIns="38880" anchor="t">
            <a:noAutofit/>
          </a:bodyPr>
          <a:lstStyle/>
          <a:p/>
        </p:txBody>
      </p:sp>
      <p:sp>
        <p:nvSpPr>
          <p:cNvPr id="60" name="PlaceHolder 1"/>
          <p:cNvSpPr>
            <a:spLocks noGrp="1"/>
          </p:cNvSpPr>
          <p:nvPr>
            <p:ph type="title"/>
          </p:nvPr>
        </p:nvSpPr>
        <p:spPr>
          <a:xfrm>
            <a:off x="2398680" y="430200"/>
            <a:ext cx="5279760" cy="356760"/>
          </a:xfrm>
          <a:prstGeom prst="rect">
            <a:avLst/>
          </a:prstGeom>
          <a:noFill/>
          <a:ln w="0">
            <a:noFill/>
          </a:ln>
        </p:spPr>
        <p:txBody>
          <a:bodyPr lIns="91440" tIns="91440" rIns="91440" bIns="91440" numCol="1" spcCol="0" anchor="ctr">
            <a:noAutofit/>
          </a:bodyPr>
          <a:lstStyle/>
          <a:p>
            <a:r>
              <a:t>Abstract</a:t>
            </a:r>
          </a:p>
        </p:txBody>
      </p:sp>
      <p:sp>
        <p:nvSpPr>
          <p:cNvPr id="61" name="TextBox 11266"/>
          <p:cNvSpPr/>
          <p:nvPr/>
        </p:nvSpPr>
        <p:spPr>
          <a:xfrm>
            <a:off x="731520" y="1078920"/>
            <a:ext cx="7990449" cy="1952103"/>
          </a:xfrm>
          <a:prstGeom prst="rect">
            <a:avLst/>
          </a:prstGeom>
          <a:noFill/>
          <a:ln w="0">
            <a:noFill/>
          </a:ln>
        </p:spPr>
        <p:style>
          <a:lnRef idx="0">
            <a:scrgbClr r="0" g="0" b="0"/>
          </a:lnRef>
          <a:fillRef idx="0">
            <a:scrgbClr r="0" g="0" b="0"/>
          </a:fillRef>
          <a:effectRef idx="0">
            <a:scrgbClr r="0" g="0" b="0"/>
          </a:effectRef>
          <a:fontRef idx="minor"/>
        </p:style>
        <p:txBody>
          <a:bodyPr wrap="square" lIns="109800" tIns="54720" rIns="109800" bIns="54720" anchor="t">
            <a:spAutoFit/>
          </a:bodyPr>
          <a:lstStyle/>
          <a:p>
            <a:r>
              <a:t>Customer churn is a major challenge for telecom companies as losing subscribers directly impacts recurring revenue and business growth. This project develops an end-to-end Customer Churn Prediction &amp; Business Intelligence System driven by Exploratory Data Analysis (EDA) and Machine Learning. The pipeline ingests the IBM Telco Churn dataset (7,043 records), performs data cleaning and feature engineering (ChargesPerTenure, ServiceCount, RiskScore), applies SMOTE to address severe class imbalance (73:27 ratio), and trains predictive classifiers (Logistic Regression, Random Forest, XGBoost). Integrated with a SQL analytics database and a 5-page Streamlit web dashboard, the system identifies $138,529/month in revenue at risk and empowers managers to execute proactive retention interventions.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7151" y="457200"/>
            <a:ext cx="8046720" cy="640080"/>
          </a:xfrm>
          <a:prstGeom prst="rect">
            <a:avLst/>
          </a:prstGeom>
          <a:noFill/>
        </p:spPr>
        <p:txBody>
          <a:bodyPr wrap="square" lIns="0" tIns="0" rIns="0" bIns="0">
            <a:spAutoFit/>
          </a:bodyPr>
          <a:lstStyle/>
          <a:p>
            <a:pPr algn="ctr">
              <a:defRPr sz="2400" b="1">
                <a:solidFill>
                  <a:srgbClr val="0B3B60"/>
                </a:solidFill>
                <a:latin typeface="Georgia"/>
              </a:defRPr>
            </a:pPr>
            <a:r>
              <a:rPr dirty="0"/>
              <a:t>Introduction</a:t>
            </a:r>
          </a:p>
        </p:txBody>
      </p:sp>
      <p:sp>
        <p:nvSpPr>
          <p:cNvPr id="5" name="TextBox 4"/>
          <p:cNvSpPr txBox="1"/>
          <p:nvPr/>
        </p:nvSpPr>
        <p:spPr>
          <a:xfrm>
            <a:off x="822960" y="1097280"/>
            <a:ext cx="8046720" cy="3657600"/>
          </a:xfrm>
          <a:prstGeom prst="rect">
            <a:avLst/>
          </a:prstGeom>
          <a:noFill/>
        </p:spPr>
        <p:txBody>
          <a:bodyPr wrap="square">
            <a:spAutoFit/>
          </a:bodyPr>
          <a:lstStyle/>
          <a:p>
            <a:r>
              <a:t>Problem Context &amp; Industry Challenge</a:t>
            </a:r>
          </a:p>
          <a:p>
            <a:r>
              <a:t>• Telecom service providers experience heavy revenue loss due to customer contract cancellations (churn).</a:t>
            </a:r>
          </a:p>
          <a:p>
            <a:r>
              <a:t>• Manual identification of at-risk customers is ineffective due to complex, multi-dimensional customer behavioral patterns.</a:t>
            </a:r>
          </a:p>
          <a:p>
            <a:r>
              <a:t>• Unaddressed churn results in high acquisition overheads, reduced Customer Lifetime Value (CLV), and diminished market share.</a:t>
            </a:r>
          </a:p>
          <a:p/>
          <a:p>
            <a:r>
              <a:t>End-to-End Data &amp; ML Pipeline Flow</a:t>
            </a:r>
          </a:p>
          <a:p>
            <a:r>
              <a:t>• Data Ingestion → Data Preprocessing &amp; Cleaning → Exploratory Data Analysis (EDA) → Feature Engineering &amp; SMOTE → Multi-Model ML Training → SQL BI Analytics → Streamlit Dashboard.</a:t>
            </a:r>
          </a:p>
          <a:p>
            <a:r>
              <a:t>• Enables telecom managers to proactively intervene with targeted discounts, tenure perks, and service upgrades before churn occurs.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29920" y="667980"/>
            <a:ext cx="8046720" cy="640080"/>
          </a:xfrm>
          <a:prstGeom prst="rect">
            <a:avLst/>
          </a:prstGeom>
          <a:noFill/>
        </p:spPr>
        <p:txBody>
          <a:bodyPr wrap="square" lIns="0" tIns="0" rIns="0" bIns="0">
            <a:spAutoFit/>
          </a:bodyPr>
          <a:lstStyle/>
          <a:p>
            <a:pPr algn="ctr">
              <a:defRPr sz="2400" b="1">
                <a:solidFill>
                  <a:srgbClr val="0B3B60"/>
                </a:solidFill>
                <a:latin typeface="Georgia"/>
              </a:defRPr>
            </a:pPr>
            <a:r>
              <a:rPr dirty="0"/>
              <a:t>Objectives</a:t>
            </a:r>
          </a:p>
        </p:txBody>
      </p:sp>
      <p:sp>
        <p:nvSpPr>
          <p:cNvPr id="5" name="TextBox 4"/>
          <p:cNvSpPr txBox="1"/>
          <p:nvPr/>
        </p:nvSpPr>
        <p:spPr>
          <a:xfrm>
            <a:off x="822960" y="1188720"/>
            <a:ext cx="8046720" cy="3474720"/>
          </a:xfrm>
          <a:prstGeom prst="rect">
            <a:avLst/>
          </a:prstGeom>
          <a:noFill/>
        </p:spPr>
        <p:txBody>
          <a:bodyPr wrap="square">
            <a:spAutoFit/>
          </a:bodyPr>
          <a:lstStyle/>
          <a:p>
            <a:r>
              <a:t>1. Dataset Ingestion &amp; Data Preprocessing: Clean, format, and scale the IBM Telco dataset (7,043 rows), handling missing TotalCharges and encoding categorical features.</a:t>
            </a:r>
          </a:p>
          <a:p>
            <a:r>
              <a:t>2. Exploratory Data Analysis &amp; Feature Engineering: Analyze churn distributions across tenure and contract cohorts, engineering composite RiskScore and applying SMOTE resampling.</a:t>
            </a:r>
          </a:p>
          <a:p>
            <a:r>
              <a:t>3. Predictive Model Optimization: Train and validate Machine Learning classifiers (Logistic Regression, Random Forest, XGBoost) achieving high ROC-AUC (83.62%) and Recall (70.43%).</a:t>
            </a:r>
          </a:p>
          <a:p>
            <a:r>
              <a:t>4. SQL Cohort Analytics &amp; Web Dashboard: Build a SQL analytics engine calculating monthly revenue at risk ($138K/mo) with a real-time interactive Streamlit web interface.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67396" y="511810"/>
            <a:ext cx="8046720" cy="640080"/>
          </a:xfrm>
          <a:prstGeom prst="rect">
            <a:avLst/>
          </a:prstGeom>
          <a:noFill/>
        </p:spPr>
        <p:txBody>
          <a:bodyPr wrap="square" lIns="0" tIns="0" rIns="0" bIns="0">
            <a:spAutoFit/>
          </a:bodyPr>
          <a:lstStyle/>
          <a:p>
            <a:pPr algn="ctr">
              <a:defRPr sz="2400" b="1">
                <a:solidFill>
                  <a:srgbClr val="0B3B60"/>
                </a:solidFill>
                <a:latin typeface="Georgia"/>
              </a:defRPr>
            </a:pPr>
            <a:r>
              <a:t>Literature Survey</a:t>
            </a:r>
          </a:p>
        </p:txBody>
      </p:sp>
      <p:graphicFrame>
        <p:nvGraphicFramePr>
          <p:cNvPr id="5" name="Table 4"/>
          <p:cNvGraphicFramePr>
            <a:graphicFrameLocks noGrp="1"/>
          </p:cNvGraphicFramePr>
          <p:nvPr/>
        </p:nvGraphicFramePr>
        <p:xfrm>
          <a:off x="457200" y="1097280"/>
          <a:ext cx="8686800" cy="347472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579120">
                <a:tc>
                  <a:txBody>
                    <a:bodyPr/>
                    <a:lstStyle/>
                    <a:p>
                      <a:pPr algn="ctr">
                        <a:defRPr sz="1050" b="1">
                          <a:solidFill>
                            <a:srgbClr val="FFFFFF"/>
                          </a:solidFill>
                        </a:defRPr>
                      </a:pPr>
                      <a:r>
                        <a:t>S.No</a:t>
                      </a:r>
                    </a:p>
                  </a:txBody>
                  <a:tcPr>
                    <a:solidFill>
                      <a:srgbClr val="0B3B60"/>
                    </a:solidFill>
                  </a:tcPr>
                </a:tc>
                <a:tc>
                  <a:txBody>
                    <a:bodyPr/>
                    <a:lstStyle/>
                    <a:p>
                      <a:pPr algn="ctr">
                        <a:defRPr sz="1050" b="1">
                          <a:solidFill>
                            <a:srgbClr val="FFFFFF"/>
                          </a:solidFill>
                        </a:defRPr>
                      </a:pPr>
                      <a:r>
                        <a:t>Author &amp; Year</a:t>
                      </a:r>
                    </a:p>
                  </a:txBody>
                  <a:tcPr>
                    <a:solidFill>
                      <a:srgbClr val="0B3B60"/>
                    </a:solidFill>
                  </a:tcPr>
                </a:tc>
                <a:tc>
                  <a:txBody>
                    <a:bodyPr/>
                    <a:lstStyle/>
                    <a:p>
                      <a:pPr algn="ctr">
                        <a:defRPr sz="1050" b="1">
                          <a:solidFill>
                            <a:srgbClr val="FFFFFF"/>
                          </a:solidFill>
                        </a:defRPr>
                      </a:pPr>
                      <a:r>
                        <a:t>Method Used</a:t>
                      </a:r>
                    </a:p>
                  </a:txBody>
                  <a:tcPr>
                    <a:solidFill>
                      <a:srgbClr val="0B3B60"/>
                    </a:solidFill>
                  </a:tcPr>
                </a:tc>
                <a:tc>
                  <a:txBody>
                    <a:bodyPr/>
                    <a:lstStyle/>
                    <a:p>
                      <a:pPr algn="ctr">
                        <a:defRPr sz="1050" b="1">
                          <a:solidFill>
                            <a:srgbClr val="FFFFFF"/>
                          </a:solidFill>
                        </a:defRPr>
                      </a:pPr>
                      <a:r>
                        <a:t>Proposed Model</a:t>
                      </a:r>
                    </a:p>
                  </a:txBody>
                  <a:tcPr>
                    <a:solidFill>
                      <a:srgbClr val="0B3B60"/>
                    </a:solidFill>
                  </a:tcPr>
                </a:tc>
                <a:tc>
                  <a:txBody>
                    <a:bodyPr/>
                    <a:lstStyle/>
                    <a:p>
                      <a:pPr algn="ctr">
                        <a:defRPr sz="1050" b="1">
                          <a:solidFill>
                            <a:srgbClr val="FFFFFF"/>
                          </a:solidFill>
                        </a:defRPr>
                      </a:pPr>
                      <a:r>
                        <a:t>Drawbacks</a:t>
                      </a:r>
                    </a:p>
                  </a:txBody>
                  <a:tcPr>
                    <a:solidFill>
                      <a:srgbClr val="0B3B60"/>
                    </a:solidFill>
                  </a:tcPr>
                </a:tc>
                <a:tc>
                  <a:txBody>
                    <a:bodyPr/>
                    <a:lstStyle/>
                    <a:p>
                      <a:pPr algn="ctr">
                        <a:defRPr sz="1050" b="1">
                          <a:solidFill>
                            <a:srgbClr val="FFFFFF"/>
                          </a:solidFill>
                        </a:defRPr>
                      </a:pPr>
                      <a:r>
                        <a:t>Source</a:t>
                      </a:r>
                    </a:p>
                  </a:txBody>
                  <a:tcPr>
                    <a:solidFill>
                      <a:srgbClr val="0B3B60"/>
                    </a:solidFill>
                  </a:tcPr>
                </a:tc>
                <a:extLst>
                  <a:ext uri="{0D108BD9-81ED-4DB2-BD59-A6C34878D82A}">
                    <a16:rowId xmlns:a16="http://schemas.microsoft.com/office/drawing/2014/main" val="10000"/>
                  </a:ext>
                </a:extLst>
              </a:tr>
              <a:tr h="579120">
                <a:tc>
                  <a:txBody>
                    <a:bodyPr/>
                    <a:lstStyle/>
                    <a:p>
                      <a:pPr>
                        <a:defRPr sz="950">
                          <a:solidFill>
                            <a:srgbClr val="1E293B"/>
                          </a:solidFill>
                        </a:defRPr>
                      </a:pPr>
                      <a:r>
                        <a:t>1</a:t>
                      </a:r>
                    </a:p>
                  </a:txBody>
                  <a:tcPr/>
                </a:tc>
                <a:tc>
                  <a:txBody>
                    <a:bodyPr/>
                    <a:lstStyle/>
                    <a:p>
                      <a:pPr>
                        <a:defRPr sz="950">
                          <a:solidFill>
                            <a:srgbClr val="1E293B"/>
                          </a:solidFill>
                        </a:defRPr>
                      </a:pPr>
                      <a:r>
                        <a:t>Ning Lu et al. (2014)</a:t>
                      </a:r>
                    </a:p>
                  </a:txBody>
                  <a:tcPr/>
                </a:tc>
                <a:tc>
                  <a:txBody>
                    <a:bodyPr/>
                    <a:lstStyle/>
                    <a:p>
                      <a:pPr>
                        <a:defRPr sz="950">
                          <a:solidFill>
                            <a:srgbClr val="1E293B"/>
                          </a:solidFill>
                        </a:defRPr>
                      </a:pPr>
                      <a:r>
                        <a:t>Boosting with Customer Segmentation</a:t>
                      </a:r>
                    </a:p>
                  </a:txBody>
                  <a:tcPr/>
                </a:tc>
                <a:tc>
                  <a:txBody>
                    <a:bodyPr/>
                    <a:lstStyle/>
                    <a:p>
                      <a:pPr>
                        <a:defRPr sz="950">
                          <a:solidFill>
                            <a:srgbClr val="1E293B"/>
                          </a:solidFill>
                        </a:defRPr>
                      </a:pPr>
                      <a:r>
                        <a:t>Telecom churn prediction via Boosting</a:t>
                      </a:r>
                    </a:p>
                  </a:txBody>
                  <a:tcPr/>
                </a:tc>
                <a:tc>
                  <a:txBody>
                    <a:bodyPr/>
                    <a:lstStyle/>
                    <a:p>
                      <a:pPr>
                        <a:defRPr sz="950">
                          <a:solidFill>
                            <a:srgbClr val="1E293B"/>
                          </a:solidFill>
                        </a:defRPr>
                      </a:pPr>
                      <a:r>
                        <a:t>High computational cost; lacks real-time UI</a:t>
                      </a:r>
                    </a:p>
                  </a:txBody>
                  <a:tcPr/>
                </a:tc>
                <a:tc>
                  <a:txBody>
                    <a:bodyPr/>
                    <a:lstStyle/>
                    <a:p>
                      <a:pPr>
                        <a:defRPr sz="950">
                          <a:solidFill>
                            <a:srgbClr val="1E293B"/>
                          </a:solidFill>
                        </a:defRPr>
                      </a:pPr>
                      <a:r>
                        <a:t>IEEE Trans. Ind. Inf.</a:t>
                      </a:r>
                    </a:p>
                  </a:txBody>
                  <a:tcPr/>
                </a:tc>
                <a:extLst>
                  <a:ext uri="{0D108BD9-81ED-4DB2-BD59-A6C34878D82A}">
                    <a16:rowId xmlns:a16="http://schemas.microsoft.com/office/drawing/2014/main" val="10001"/>
                  </a:ext>
                </a:extLst>
              </a:tr>
              <a:tr h="579120">
                <a:tc>
                  <a:txBody>
                    <a:bodyPr/>
                    <a:lstStyle/>
                    <a:p>
                      <a:pPr>
                        <a:defRPr sz="950">
                          <a:solidFill>
                            <a:srgbClr val="1E293B"/>
                          </a:solidFill>
                        </a:defRPr>
                      </a:pPr>
                      <a:r>
                        <a:t>2</a:t>
                      </a:r>
                    </a:p>
                  </a:txBody>
                  <a:tcPr/>
                </a:tc>
                <a:tc>
                  <a:txBody>
                    <a:bodyPr/>
                    <a:lstStyle/>
                    <a:p>
                      <a:pPr>
                        <a:defRPr sz="950">
                          <a:solidFill>
                            <a:srgbClr val="1E293B"/>
                          </a:solidFill>
                        </a:defRPr>
                      </a:pPr>
                      <a:r>
                        <a:t>A. K. Ahmad et al. (2019)</a:t>
                      </a:r>
                    </a:p>
                  </a:txBody>
                  <a:tcPr/>
                </a:tc>
                <a:tc>
                  <a:txBody>
                    <a:bodyPr/>
                    <a:lstStyle/>
                    <a:p>
                      <a:pPr>
                        <a:defRPr sz="950">
                          <a:solidFill>
                            <a:srgbClr val="1E293B"/>
                          </a:solidFill>
                        </a:defRPr>
                      </a:pPr>
                      <a:r>
                        <a:t>ML + Social Network Analysis</a:t>
                      </a:r>
                    </a:p>
                  </a:txBody>
                  <a:tcPr/>
                </a:tc>
                <a:tc>
                  <a:txBody>
                    <a:bodyPr/>
                    <a:lstStyle/>
                    <a:p>
                      <a:pPr>
                        <a:defRPr sz="950">
                          <a:solidFill>
                            <a:srgbClr val="1E293B"/>
                          </a:solidFill>
                        </a:defRPr>
                      </a:pPr>
                      <a:r>
                        <a:t>DT, Random Forest, XGBoost</a:t>
                      </a:r>
                    </a:p>
                  </a:txBody>
                  <a:tcPr/>
                </a:tc>
                <a:tc>
                  <a:txBody>
                    <a:bodyPr/>
                    <a:lstStyle/>
                    <a:p>
                      <a:pPr>
                        <a:defRPr sz="950">
                          <a:solidFill>
                            <a:srgbClr val="1E293B"/>
                          </a:solidFill>
                        </a:defRPr>
                      </a:pPr>
                      <a:r>
                        <a:t>Requires heavy infrastructure &amp; big data pipelines</a:t>
                      </a:r>
                    </a:p>
                  </a:txBody>
                  <a:tcPr/>
                </a:tc>
                <a:tc>
                  <a:txBody>
                    <a:bodyPr/>
                    <a:lstStyle/>
                    <a:p>
                      <a:pPr>
                        <a:defRPr sz="950">
                          <a:solidFill>
                            <a:srgbClr val="1E293B"/>
                          </a:solidFill>
                        </a:defRPr>
                      </a:pPr>
                      <a:r>
                        <a:t>J. of Big Data</a:t>
                      </a:r>
                    </a:p>
                  </a:txBody>
                  <a:tcPr/>
                </a:tc>
                <a:extLst>
                  <a:ext uri="{0D108BD9-81ED-4DB2-BD59-A6C34878D82A}">
                    <a16:rowId xmlns:a16="http://schemas.microsoft.com/office/drawing/2014/main" val="10002"/>
                  </a:ext>
                </a:extLst>
              </a:tr>
              <a:tr h="579120">
                <a:tc>
                  <a:txBody>
                    <a:bodyPr/>
                    <a:lstStyle/>
                    <a:p>
                      <a:pPr>
                        <a:defRPr sz="950">
                          <a:solidFill>
                            <a:srgbClr val="1E293B"/>
                          </a:solidFill>
                        </a:defRPr>
                      </a:pPr>
                      <a:r>
                        <a:t>3</a:t>
                      </a:r>
                    </a:p>
                  </a:txBody>
                  <a:tcPr/>
                </a:tc>
                <a:tc>
                  <a:txBody>
                    <a:bodyPr/>
                    <a:lstStyle/>
                    <a:p>
                      <a:pPr>
                        <a:defRPr sz="950">
                          <a:solidFill>
                            <a:srgbClr val="1E293B"/>
                          </a:solidFill>
                        </a:defRPr>
                      </a:pPr>
                      <a:r>
                        <a:t>Irfan Ullah et al. (2019)</a:t>
                      </a:r>
                    </a:p>
                  </a:txBody>
                  <a:tcPr/>
                </a:tc>
                <a:tc>
                  <a:txBody>
                    <a:bodyPr/>
                    <a:lstStyle/>
                    <a:p>
                      <a:pPr>
                        <a:defRPr sz="950">
                          <a:solidFill>
                            <a:srgbClr val="1E293B"/>
                          </a:solidFill>
                        </a:defRPr>
                      </a:pPr>
                      <a:r>
                        <a:t>Random Forest + K-Means</a:t>
                      </a:r>
                    </a:p>
                  </a:txBody>
                  <a:tcPr/>
                </a:tc>
                <a:tc>
                  <a:txBody>
                    <a:bodyPr/>
                    <a:lstStyle/>
                    <a:p>
                      <a:pPr>
                        <a:defRPr sz="950">
                          <a:solidFill>
                            <a:srgbClr val="1E293B"/>
                          </a:solidFill>
                        </a:defRPr>
                      </a:pPr>
                      <a:r>
                        <a:t>RF with customer clustering</a:t>
                      </a:r>
                    </a:p>
                  </a:txBody>
                  <a:tcPr/>
                </a:tc>
                <a:tc>
                  <a:txBody>
                    <a:bodyPr/>
                    <a:lstStyle/>
                    <a:p>
                      <a:pPr>
                        <a:defRPr sz="950">
                          <a:solidFill>
                            <a:srgbClr val="1E293B"/>
                          </a:solidFill>
                        </a:defRPr>
                      </a:pPr>
                      <a:r>
                        <a:t>Complex multi-stage setup; no SQL cohort engine</a:t>
                      </a:r>
                    </a:p>
                  </a:txBody>
                  <a:tcPr/>
                </a:tc>
                <a:tc>
                  <a:txBody>
                    <a:bodyPr/>
                    <a:lstStyle/>
                    <a:p>
                      <a:pPr>
                        <a:defRPr sz="950">
                          <a:solidFill>
                            <a:srgbClr val="1E293B"/>
                          </a:solidFill>
                        </a:defRPr>
                      </a:pPr>
                      <a:r>
                        <a:t>IEEE Access</a:t>
                      </a:r>
                    </a:p>
                  </a:txBody>
                  <a:tcPr/>
                </a:tc>
                <a:extLst>
                  <a:ext uri="{0D108BD9-81ED-4DB2-BD59-A6C34878D82A}">
                    <a16:rowId xmlns:a16="http://schemas.microsoft.com/office/drawing/2014/main" val="10003"/>
                  </a:ext>
                </a:extLst>
              </a:tr>
              <a:tr h="579120">
                <a:tc>
                  <a:txBody>
                    <a:bodyPr/>
                    <a:lstStyle/>
                    <a:p>
                      <a:pPr>
                        <a:defRPr sz="950">
                          <a:solidFill>
                            <a:srgbClr val="1E293B"/>
                          </a:solidFill>
                        </a:defRPr>
                      </a:pPr>
                      <a:r>
                        <a:t>4</a:t>
                      </a:r>
                    </a:p>
                  </a:txBody>
                  <a:tcPr/>
                </a:tc>
                <a:tc>
                  <a:txBody>
                    <a:bodyPr/>
                    <a:lstStyle/>
                    <a:p>
                      <a:pPr>
                        <a:defRPr sz="950">
                          <a:solidFill>
                            <a:srgbClr val="1E293B"/>
                          </a:solidFill>
                        </a:defRPr>
                      </a:pPr>
                      <a:r>
                        <a:t>Shimaa Ouf et al. (2024)</a:t>
                      </a:r>
                    </a:p>
                  </a:txBody>
                  <a:tcPr/>
                </a:tc>
                <a:tc>
                  <a:txBody>
                    <a:bodyPr/>
                    <a:lstStyle/>
                    <a:p>
                      <a:pPr>
                        <a:defRPr sz="950">
                          <a:solidFill>
                            <a:srgbClr val="1E293B"/>
                          </a:solidFill>
                        </a:defRPr>
                      </a:pPr>
                      <a:r>
                        <a:t>Hybrid ML Framework</a:t>
                      </a:r>
                    </a:p>
                  </a:txBody>
                  <a:tcPr/>
                </a:tc>
                <a:tc>
                  <a:txBody>
                    <a:bodyPr/>
                    <a:lstStyle/>
                    <a:p>
                      <a:pPr>
                        <a:defRPr sz="950">
                          <a:solidFill>
                            <a:srgbClr val="1E293B"/>
                          </a:solidFill>
                        </a:defRPr>
                      </a:pPr>
                      <a:r>
                        <a:t>Ensemble Stacking Classifiers</a:t>
                      </a:r>
                    </a:p>
                  </a:txBody>
                  <a:tcPr/>
                </a:tc>
                <a:tc>
                  <a:txBody>
                    <a:bodyPr/>
                    <a:lstStyle/>
                    <a:p>
                      <a:pPr>
                        <a:defRPr sz="950">
                          <a:solidFill>
                            <a:srgbClr val="1E293B"/>
                          </a:solidFill>
                        </a:defRPr>
                      </a:pPr>
                      <a:r>
                        <a:t>High inference latency; no interactive retention UI</a:t>
                      </a:r>
                    </a:p>
                  </a:txBody>
                  <a:tcPr/>
                </a:tc>
                <a:tc>
                  <a:txBody>
                    <a:bodyPr/>
                    <a:lstStyle/>
                    <a:p>
                      <a:pPr>
                        <a:defRPr sz="950">
                          <a:solidFill>
                            <a:srgbClr val="1E293B"/>
                          </a:solidFill>
                        </a:defRPr>
                      </a:pPr>
                      <a:r>
                        <a:t>Springer</a:t>
                      </a:r>
                    </a:p>
                  </a:txBody>
                  <a:tcPr/>
                </a:tc>
                <a:extLst>
                  <a:ext uri="{0D108BD9-81ED-4DB2-BD59-A6C34878D82A}">
                    <a16:rowId xmlns:a16="http://schemas.microsoft.com/office/drawing/2014/main" val="10004"/>
                  </a:ext>
                </a:extLst>
              </a:tr>
              <a:tr h="579120">
                <a:tc>
                  <a:txBody>
                    <a:bodyPr/>
                    <a:lstStyle/>
                    <a:p>
                      <a:pPr>
                        <a:defRPr sz="950">
                          <a:solidFill>
                            <a:srgbClr val="1E293B"/>
                          </a:solidFill>
                        </a:defRPr>
                      </a:pPr>
                      <a:r>
                        <a:t>5</a:t>
                      </a:r>
                    </a:p>
                  </a:txBody>
                  <a:tcPr/>
                </a:tc>
                <a:tc>
                  <a:txBody>
                    <a:bodyPr/>
                    <a:lstStyle/>
                    <a:p>
                      <a:pPr>
                        <a:defRPr sz="950">
                          <a:solidFill>
                            <a:srgbClr val="1E293B"/>
                          </a:solidFill>
                        </a:defRPr>
                      </a:pPr>
                      <a:r>
                        <a:t>Rohit Sharma et al. (2025)</a:t>
                      </a:r>
                    </a:p>
                  </a:txBody>
                  <a:tcPr/>
                </a:tc>
                <a:tc>
                  <a:txBody>
                    <a:bodyPr/>
                    <a:lstStyle/>
                    <a:p>
                      <a:pPr>
                        <a:defRPr sz="950">
                          <a:solidFill>
                            <a:srgbClr val="1E293B"/>
                          </a:solidFill>
                        </a:defRPr>
                      </a:pPr>
                      <a:r>
                        <a:t>EDA + Multi-Model ML</a:t>
                      </a:r>
                    </a:p>
                  </a:txBody>
                  <a:tcPr/>
                </a:tc>
                <a:tc>
                  <a:txBody>
                    <a:bodyPr/>
                    <a:lstStyle/>
                    <a:p>
                      <a:pPr>
                        <a:defRPr sz="950">
                          <a:solidFill>
                            <a:srgbClr val="1E293B"/>
                          </a:solidFill>
                        </a:defRPr>
                      </a:pPr>
                      <a:r>
                        <a:t>RF, SVM, Logistic Regression</a:t>
                      </a:r>
                    </a:p>
                  </a:txBody>
                  <a:tcPr/>
                </a:tc>
                <a:tc>
                  <a:txBody>
                    <a:bodyPr/>
                    <a:lstStyle/>
                    <a:p>
                      <a:pPr>
                        <a:defRPr sz="950">
                          <a:solidFill>
                            <a:srgbClr val="1E293B"/>
                          </a:solidFill>
                        </a:defRPr>
                      </a:pPr>
                      <a:r>
                        <a:t>Single dataset evaluation; no business risk quantification</a:t>
                      </a:r>
                    </a:p>
                  </a:txBody>
                  <a:tcPr/>
                </a:tc>
                <a:tc>
                  <a:txBody>
                    <a:bodyPr/>
                    <a:lstStyle/>
                    <a:p>
                      <a:pPr>
                        <a:defRPr sz="950">
                          <a:solidFill>
                            <a:srgbClr val="1E293B"/>
                          </a:solidFill>
                        </a:defRPr>
                      </a:pPr>
                      <a:r>
                        <a:t>IEEE ICONAT</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97914" y="531740"/>
            <a:ext cx="8046720" cy="640080"/>
          </a:xfrm>
          <a:prstGeom prst="rect">
            <a:avLst/>
          </a:prstGeom>
          <a:noFill/>
        </p:spPr>
        <p:txBody>
          <a:bodyPr wrap="square" lIns="0" tIns="0" rIns="0" bIns="0">
            <a:spAutoFit/>
          </a:bodyPr>
          <a:lstStyle/>
          <a:p>
            <a:pPr algn="ctr">
              <a:defRPr sz="2400" b="1">
                <a:solidFill>
                  <a:srgbClr val="0B3B60"/>
                </a:solidFill>
                <a:latin typeface="Georgia"/>
              </a:defRPr>
            </a:pPr>
            <a:r>
              <a:rPr dirty="0"/>
              <a:t>Existing Work and Limitations</a:t>
            </a:r>
          </a:p>
        </p:txBody>
      </p:sp>
      <p:sp>
        <p:nvSpPr>
          <p:cNvPr id="5" name="TextBox 4"/>
          <p:cNvSpPr txBox="1"/>
          <p:nvPr/>
        </p:nvSpPr>
        <p:spPr>
          <a:xfrm>
            <a:off x="822960" y="1097280"/>
            <a:ext cx="8046720" cy="3657600"/>
          </a:xfrm>
          <a:prstGeom prst="rect">
            <a:avLst/>
          </a:prstGeom>
          <a:noFill/>
        </p:spPr>
        <p:txBody>
          <a:bodyPr wrap="square">
            <a:spAutoFit/>
          </a:bodyPr>
          <a:lstStyle/>
          <a:p>
            <a:pPr>
              <a:spcAft>
                <a:spcPts val="400"/>
              </a:spcAft>
              <a:defRPr sz="1500" b="1">
                <a:solidFill>
                  <a:srgbClr val="0B3B60"/>
                </a:solidFill>
              </a:defRPr>
            </a:pPr>
            <a:r>
              <a:t>Current / Existing Industry Approaches</a:t>
            </a:r>
          </a:p>
          <a:p>
            <a:pPr>
              <a:spcAft>
                <a:spcPts val="300"/>
              </a:spcAft>
              <a:defRPr sz="1250">
                <a:solidFill>
                  <a:srgbClr val="1E293B"/>
                </a:solidFill>
              </a:defRPr>
            </a:pPr>
            <a:r>
              <a:t>• Traditional Rule-Based Analytics: Many telecom providers rely on static heuristic threshold rules (e.g., flag accounts after 2 missed bills).</a:t>
            </a:r>
          </a:p>
          <a:p>
            <a:pPr>
              <a:spcAft>
                <a:spcPts val="300"/>
              </a:spcAft>
              <a:defRPr sz="1250">
                <a:solidFill>
                  <a:srgbClr val="1E293B"/>
                </a:solidFill>
              </a:defRPr>
            </a:pPr>
            <a:r>
              <a:t>• Isolated Model Experiments: Prior studies focus exclusively on model training accuracy without deploying end-to-end usable business applications.</a:t>
            </a:r>
          </a:p>
          <a:p>
            <a:pPr>
              <a:spcBef>
                <a:spcPts val="800"/>
              </a:spcBef>
              <a:spcAft>
                <a:spcPts val="400"/>
              </a:spcAft>
              <a:defRPr sz="1500" b="1">
                <a:solidFill>
                  <a:srgbClr val="C8102E"/>
                </a:solidFill>
              </a:defRPr>
            </a:pPr>
            <a:r>
              <a:t>Key Limitations of Existing Systems</a:t>
            </a:r>
          </a:p>
          <a:p>
            <a:pPr>
              <a:spcAft>
                <a:spcPts val="300"/>
              </a:spcAft>
              <a:defRPr sz="1250">
                <a:solidFill>
                  <a:srgbClr val="1E293B"/>
                </a:solidFill>
              </a:defRPr>
            </a:pPr>
            <a:r>
              <a:t>• Neglect of Class Imbalance: Churn datasets typically have a ~73:27 majority-minority split, causing standard models to be biased toward non-churners.</a:t>
            </a:r>
          </a:p>
          <a:p>
            <a:pPr>
              <a:spcAft>
                <a:spcPts val="300"/>
              </a:spcAft>
              <a:defRPr sz="1250">
                <a:solidFill>
                  <a:srgbClr val="1E293B"/>
                </a:solidFill>
              </a:defRPr>
            </a:pPr>
            <a:r>
              <a:t>• Lack of Revenue Quantification: Existing solutions predict binary labels (0/1) but fail to quantify the direct financial revenue at risk ($/month).</a:t>
            </a:r>
          </a:p>
          <a:p>
            <a:pPr>
              <a:spcAft>
                <a:spcPts val="300"/>
              </a:spcAft>
              <a:defRPr sz="1250">
                <a:solidFill>
                  <a:srgbClr val="1E293B"/>
                </a:solidFill>
              </a:defRPr>
            </a:pPr>
            <a:r>
              <a:t>• Absence of Real-Time Decision Support: Most models operate in offline batch scripts without an accessible web interface for customer support teams.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5551" y="457200"/>
            <a:ext cx="8046720" cy="640080"/>
          </a:xfrm>
          <a:prstGeom prst="rect">
            <a:avLst/>
          </a:prstGeom>
          <a:noFill/>
        </p:spPr>
        <p:txBody>
          <a:bodyPr wrap="square" lIns="0" tIns="0" rIns="0" bIns="0">
            <a:spAutoFit/>
          </a:bodyPr>
          <a:lstStyle/>
          <a:p>
            <a:pPr algn="ctr">
              <a:defRPr sz="2400" b="1">
                <a:solidFill>
                  <a:srgbClr val="0B3B60"/>
                </a:solidFill>
                <a:latin typeface="Georgia"/>
              </a:defRPr>
            </a:pPr>
            <a:r>
              <a:rPr dirty="0"/>
              <a:t>Proposed Work and Advantages</a:t>
            </a:r>
          </a:p>
        </p:txBody>
      </p:sp>
      <p:sp>
        <p:nvSpPr>
          <p:cNvPr id="5" name="TextBox 4"/>
          <p:cNvSpPr txBox="1"/>
          <p:nvPr/>
        </p:nvSpPr>
        <p:spPr>
          <a:xfrm>
            <a:off x="822960" y="1097280"/>
            <a:ext cx="8046720" cy="3657600"/>
          </a:xfrm>
          <a:prstGeom prst="rect">
            <a:avLst/>
          </a:prstGeom>
          <a:noFill/>
        </p:spPr>
        <p:txBody>
          <a:bodyPr wrap="square">
            <a:spAutoFit/>
          </a:bodyPr>
          <a:lstStyle/>
          <a:p>
            <a:r>
              <a:t>Our Proposed Data &amp; ML Pipeline Methodology</a:t>
            </a:r>
          </a:p>
          <a:p>
            <a:r>
              <a:t>• End-to-End Automated Pipeline: Comprehensive orchestration from raw CSV ingestion to automated EDA, SMOTE balancing, SQL storage, and Streamlit UI.</a:t>
            </a:r>
          </a:p>
          <a:p>
            <a:r>
              <a:t>• Domain-Specific Feature Engineering: Creation of key metrics including ChargesPerTenure, ServiceCount, and a composite RiskScore metric.</a:t>
            </a:r>
          </a:p>
          <a:p>
            <a:r>
              <a:t>• Rigorous EDA &amp; Model Benchmarking: Detailed exploratory visualizations and comparative evaluation of Logistic Regression, Random Forest, and XGBoost.</a:t>
            </a:r>
          </a:p>
          <a:p/>
          <a:p>
            <a:r>
              <a:t>Key Advantages of the Proposed System</a:t>
            </a:r>
          </a:p>
          <a:p>
            <a:r>
              <a:t>• High Predictive Reliability: Achieved 83.62% ROC-AUC and 70.43% churn recall, effectively capturing at-risk subscribers.</a:t>
            </a:r>
          </a:p>
          <a:p>
            <a:r>
              <a:t>• Quantified Financial Impact: SQL analytics calculates exact monthly revenue at risk ($138,529/mo) to prioritize retention efforts.</a:t>
            </a:r>
          </a:p>
          <a:p>
            <a:r>
              <a:t>• Operational Readiness: Intuitive Streamlit web dashboard allowing non-technical managers to run instant real-time predictions (&lt; 50ms).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0972" y="666305"/>
            <a:ext cx="6235505" cy="357120"/>
          </a:xfrm>
        </p:spPr>
        <p:txBody>
          <a:bodyPr/>
          <a:lstStyle/>
          <a:p>
            <a:r>
              <a:rPr lang="en-IN" dirty="0"/>
              <a:t>Software and Hardware Requirements</a:t>
            </a:r>
            <a:br>
              <a:rPr lang="en-IN" dirty="0"/>
            </a:br>
            <a:endParaRPr dirty="0"/>
          </a:p>
        </p:txBody>
      </p:sp>
      <p:sp>
        <p:nvSpPr>
          <p:cNvPr id="5" name="TextBox 4"/>
          <p:cNvSpPr txBox="1"/>
          <p:nvPr/>
        </p:nvSpPr>
        <p:spPr>
          <a:xfrm>
            <a:off x="731520" y="1097280"/>
            <a:ext cx="3931920" cy="3566160"/>
          </a:xfrm>
          <a:prstGeom prst="rect">
            <a:avLst/>
          </a:prstGeom>
          <a:noFill/>
        </p:spPr>
        <p:txBody>
          <a:bodyPr wrap="square">
            <a:spAutoFit/>
          </a:bodyPr>
          <a:lstStyle/>
          <a:p>
            <a:r>
              <a:t>Software Requirements</a:t>
            </a:r>
          </a:p>
          <a:p>
            <a:r>
              <a:t>• Operating System: Windows 10 / 11 / Linux</a:t>
            </a:r>
          </a:p>
          <a:p>
            <a:r>
              <a:t>• Programming Language: Python 3.9+</a:t>
            </a:r>
          </a:p>
          <a:p>
            <a:r>
              <a:t>• ML &amp; Data Libraries: Scikit-learn, XGBoost, Imbalanced-learn (SMOTE), Pandas, NumPy</a:t>
            </a:r>
          </a:p>
          <a:p>
            <a:r>
              <a:t>• Database Engine: SQLite3 &amp; SQLAlchemy</a:t>
            </a:r>
          </a:p>
          <a:p>
            <a:r>
              <a:t>• Visualization &amp; Web UI: Streamlit, Matplotlib, Seaborn, Plotly</a:t>
            </a:r>
          </a:p>
          <a:p>
            <a:r>
              <a:t>• Documentation &amp; Reports: python-pptx, python-docx, ReportLab</a:t>
            </a:r>
          </a:p>
        </p:txBody>
      </p:sp>
      <p:sp>
        <p:nvSpPr>
          <p:cNvPr id="6" name="TextBox 5"/>
          <p:cNvSpPr txBox="1"/>
          <p:nvPr/>
        </p:nvSpPr>
        <p:spPr>
          <a:xfrm>
            <a:off x="4937760" y="1097280"/>
            <a:ext cx="3931920" cy="3566160"/>
          </a:xfrm>
          <a:prstGeom prst="rect">
            <a:avLst/>
          </a:prstGeom>
          <a:noFill/>
        </p:spPr>
        <p:txBody>
          <a:bodyPr wrap="square">
            <a:spAutoFit/>
          </a:bodyPr>
          <a:lstStyle/>
          <a:p>
            <a:pPr>
              <a:spcAft>
                <a:spcPts val="600"/>
              </a:spcAft>
              <a:defRPr sz="1500" b="1">
                <a:solidFill>
                  <a:srgbClr val="C8102E"/>
                </a:solidFill>
              </a:defRPr>
            </a:pPr>
            <a:r>
              <a:t>Hardware Requirements</a:t>
            </a:r>
          </a:p>
          <a:p>
            <a:pPr>
              <a:spcAft>
                <a:spcPts val="400"/>
              </a:spcAft>
              <a:defRPr sz="1200">
                <a:solidFill>
                  <a:srgbClr val="1E293B"/>
                </a:solidFill>
              </a:defRPr>
            </a:pPr>
            <a:r>
              <a:t>• Processor: Intel Core i5 / AMD Ryzen 5 or higher</a:t>
            </a:r>
          </a:p>
          <a:p>
            <a:pPr>
              <a:spcAft>
                <a:spcPts val="400"/>
              </a:spcAft>
              <a:defRPr sz="1200">
                <a:solidFill>
                  <a:srgbClr val="1E293B"/>
                </a:solidFill>
              </a:defRPr>
            </a:pPr>
            <a:r>
              <a:t>• RAM: Minimum 8 GB (16 GB Recommended)</a:t>
            </a:r>
          </a:p>
          <a:p>
            <a:pPr>
              <a:spcAft>
                <a:spcPts val="400"/>
              </a:spcAft>
              <a:defRPr sz="1200">
                <a:solidFill>
                  <a:srgbClr val="1E293B"/>
                </a:solidFill>
              </a:defRPr>
            </a:pPr>
            <a:r>
              <a:t>• Storage: 500 MB free disk space for dataset, database &amp; models</a:t>
            </a:r>
          </a:p>
          <a:p>
            <a:pPr>
              <a:spcAft>
                <a:spcPts val="400"/>
              </a:spcAft>
              <a:defRPr sz="1200">
                <a:solidFill>
                  <a:srgbClr val="1E293B"/>
                </a:solidFill>
              </a:defRPr>
            </a:pPr>
            <a:r>
              <a:t>• Display: Standard Full HD (1920x1080) resolution</a:t>
            </a:r>
          </a:p>
          <a:p>
            <a:pPr>
              <a:spcAft>
                <a:spcPts val="400"/>
              </a:spcAft>
              <a:defRPr sz="1200">
                <a:solidFill>
                  <a:srgbClr val="1E293B"/>
                </a:solidFill>
              </a:defRPr>
            </a:pPr>
            <a:r>
              <a:t>• Connectivity: Active Internet connection for initial package installation and data retrieval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4D3FE-8541-787B-F3ED-7F29C08A75C2}"/>
            </a:ext>
          </a:extLst>
        </p:cNvPr>
        <p:cNvGrpSpPr/>
        <p:nvPr/>
      </p:nvGrpSpPr>
      <p:grpSpPr>
        <a:xfrm>
          <a:off x="0" y="0"/>
          <a:ext cx="0" cy="0"/>
          <a:chOff x="0" y="0"/>
          <a:chExt cx="0" cy="0"/>
        </a:xfrm>
      </p:grpSpPr>
      <p:sp>
        <p:nvSpPr>
          <p:cNvPr id="70" name="Google Shape;49;p15">
            <a:extLst>
              <a:ext uri="{FF2B5EF4-FFF2-40B4-BE49-F238E27FC236}">
                <a16:creationId xmlns:a16="http://schemas.microsoft.com/office/drawing/2014/main" id="{9F1DD638-9484-578F-CB7B-34D48E0C2176}"/>
              </a:ext>
            </a:extLst>
          </p:cNvPr>
          <p:cNvSpPr/>
          <p:nvPr/>
        </p:nvSpPr>
        <p:spPr>
          <a:xfrm>
            <a:off x="204840" y="1147680"/>
            <a:ext cx="8453160" cy="1093320"/>
          </a:xfrm>
          <a:prstGeom prst="rect">
            <a:avLst/>
          </a:prstGeom>
          <a:noFill/>
          <a:ln w="0">
            <a:noFill/>
          </a:ln>
        </p:spPr>
        <p:style>
          <a:lnRef idx="0">
            <a:scrgbClr r="0" g="0" b="0"/>
          </a:lnRef>
          <a:fillRef idx="0">
            <a:scrgbClr r="0" g="0" b="0"/>
          </a:fillRef>
          <a:effectRef idx="0">
            <a:scrgbClr r="0" g="0" b="0"/>
          </a:effectRef>
          <a:fontRef idx="minor"/>
        </p:style>
        <p:txBody>
          <a:bodyPr lIns="77760" tIns="38880" rIns="77760" bIns="38880" anchor="t">
            <a:noAutofit/>
          </a:bodyPr>
          <a:lstStyle/>
          <a:p>
            <a:endParaRPr lang="en-US" sz="3200" b="1" u="none" strike="noStrike">
              <a:solidFill>
                <a:srgbClr val="0070C0"/>
              </a:solidFill>
              <a:effectLst/>
              <a:uFillTx/>
              <a:latin typeface="Georgia" panose="02040502050405020303"/>
            </a:endParaRPr>
          </a:p>
        </p:txBody>
      </p:sp>
      <p:sp>
        <p:nvSpPr>
          <p:cNvPr id="71" name="PlaceHolder 1">
            <a:extLst>
              <a:ext uri="{FF2B5EF4-FFF2-40B4-BE49-F238E27FC236}">
                <a16:creationId xmlns:a16="http://schemas.microsoft.com/office/drawing/2014/main" id="{EDFC061B-9C45-0F8C-755F-9B90A85BF823}"/>
              </a:ext>
            </a:extLst>
          </p:cNvPr>
          <p:cNvSpPr>
            <a:spLocks noGrp="1"/>
          </p:cNvSpPr>
          <p:nvPr>
            <p:ph type="title"/>
          </p:nvPr>
        </p:nvSpPr>
        <p:spPr>
          <a:xfrm>
            <a:off x="2170080" y="356650"/>
            <a:ext cx="5279760" cy="356760"/>
          </a:xfrm>
          <a:prstGeom prst="rect">
            <a:avLst/>
          </a:prstGeom>
          <a:noFill/>
          <a:ln w="0">
            <a:noFill/>
          </a:ln>
        </p:spPr>
        <p:txBody>
          <a:bodyPr lIns="91440" tIns="91440" rIns="91440" bIns="91440" numCol="1" spcCol="0" anchor="ctr">
            <a:noAutofit/>
          </a:bodyPr>
          <a:lstStyle/>
          <a:p>
            <a:r>
              <a:t>End-to-End Data Processing &amp; ML Pipeline</a:t>
            </a:r>
          </a:p>
        </p:txBody>
      </p:sp>
      <p:sp>
        <p:nvSpPr>
          <p:cNvPr id="73" name="TextBox 13315">
            <a:extLst>
              <a:ext uri="{FF2B5EF4-FFF2-40B4-BE49-F238E27FC236}">
                <a16:creationId xmlns:a16="http://schemas.microsoft.com/office/drawing/2014/main" id="{9175924C-26D8-06FD-3E55-B8E6FE3D92AB}"/>
              </a:ext>
            </a:extLst>
          </p:cNvPr>
          <p:cNvSpPr/>
          <p:nvPr/>
        </p:nvSpPr>
        <p:spPr>
          <a:xfrm>
            <a:off x="685800" y="4370760"/>
            <a:ext cx="7406280" cy="319680"/>
          </a:xfrm>
          <a:prstGeom prst="rect">
            <a:avLst/>
          </a:prstGeom>
          <a:noFill/>
          <a:ln w="0">
            <a:noFill/>
          </a:ln>
        </p:spPr>
        <p:style>
          <a:lnRef idx="0">
            <a:scrgbClr r="0" g="0" b="0"/>
          </a:lnRef>
          <a:fillRef idx="0">
            <a:scrgbClr r="0" g="0" b="0"/>
          </a:fillRef>
          <a:effectRef idx="0">
            <a:scrgbClr r="0" g="0" b="0"/>
          </a:effectRef>
          <a:fontRef idx="minor"/>
        </p:style>
        <p:txBody>
          <a:bodyPr wrap="none" lIns="27360" tIns="0" rIns="27360" bIns="0" anchor="t">
            <a:spAutoFit/>
          </a:bodyPr>
          <a:lstStyle/>
          <a:p>
            <a:pPr>
              <a:lnSpc>
                <a:spcPct val="100000"/>
              </a:lnSpc>
            </a:pPr>
            <a:endParaRPr lang="en-IN" sz="1400" b="0" u="none" strike="noStrike">
              <a:solidFill>
                <a:srgbClr val="000000"/>
              </a:solidFill>
              <a:effectLst/>
              <a:uFillTx/>
              <a:latin typeface="Arial" panose="020B0604020202020204"/>
            </a:endParaRPr>
          </a:p>
        </p:txBody>
      </p:sp>
      <p:pic>
        <p:nvPicPr>
          <p:cNvPr id="74" name="Picture 73" descr="eda_pipeline_light.png"/>
          <p:cNvPicPr>
            <a:picLocks noChangeAspect="1"/>
          </p:cNvPicPr>
          <p:nvPr/>
        </p:nvPicPr>
        <p:blipFill>
          <a:blip r:embed="rId4"/>
          <a:stretch>
            <a:fillRect/>
          </a:stretch>
        </p:blipFill>
        <p:spPr>
          <a:xfrm>
            <a:off x="1790340" y="606853"/>
            <a:ext cx="6301740" cy="4796997"/>
          </a:xfrm>
          <a:prstGeom prst="rect">
            <a:avLst/>
          </a:prstGeom>
        </p:spPr>
      </p:pic>
    </p:spTree>
    <p:extLst>
      <p:ext uri="{BB962C8B-B14F-4D97-AF65-F5344CB8AC3E}">
        <p14:creationId xmlns:p14="http://schemas.microsoft.com/office/powerpoint/2010/main" val="3768112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97058" y="560224"/>
            <a:ext cx="8046720" cy="640080"/>
          </a:xfrm>
          <a:prstGeom prst="rect">
            <a:avLst/>
          </a:prstGeom>
          <a:noFill/>
        </p:spPr>
        <p:txBody>
          <a:bodyPr wrap="square" lIns="0" tIns="0" rIns="0" bIns="0">
            <a:spAutoFit/>
          </a:bodyPr>
          <a:lstStyle/>
          <a:p>
            <a:pPr algn="ctr">
              <a:defRPr sz="2400" b="1">
                <a:solidFill>
                  <a:srgbClr val="0B3B60"/>
                </a:solidFill>
                <a:latin typeface="Georgia"/>
              </a:defRPr>
            </a:pPr>
            <a:r>
              <a:t>Modules</a:t>
            </a:r>
          </a:p>
        </p:txBody>
      </p:sp>
      <p:sp>
        <p:nvSpPr>
          <p:cNvPr id="5" name="TextBox 4"/>
          <p:cNvSpPr txBox="1"/>
          <p:nvPr/>
        </p:nvSpPr>
        <p:spPr>
          <a:xfrm>
            <a:off x="822960" y="1097280"/>
            <a:ext cx="8046720" cy="3657600"/>
          </a:xfrm>
          <a:prstGeom prst="rect">
            <a:avLst/>
          </a:prstGeom>
          <a:noFill/>
        </p:spPr>
        <p:txBody>
          <a:bodyPr wrap="square">
            <a:spAutoFit/>
          </a:bodyPr>
          <a:lstStyle/>
          <a:p>
            <a:r>
              <a:t>• Module 1: Data Ingestion &amp; Preprocessing: Handles raw CSV ingestion (7,043 rows), cleans whitespace/missing TotalCharges, encodes categorical variables, and applies StandardScaler.</a:t>
            </a:r>
          </a:p>
          <a:p>
            <a:r>
              <a:t>• Module 2: Exploratory Data Analysis &amp; Feature Engineering: Performs univariate/bivariate EDA, derives domain features (ChargesPerTenure, ServiceCount, RiskScore), and balances minority churn cases via SMOTE.</a:t>
            </a:r>
          </a:p>
          <a:p>
            <a:r>
              <a:t>• Module 3: Model Training &amp; Evaluation Engine: Trains Logistic Regression, Random Forest, and XGBoost with hyperparameter tuning; exports evaluation metrics (AUC 83.62%, Recall 70.43%).</a:t>
            </a:r>
          </a:p>
          <a:p>
            <a:r>
              <a:t>• Module 4: SQL Business Intelligence &amp; Cohort Analytics: Stores cleaned data into SQLite (churn.db) and executes 10 strategic SQL queries to evaluate cohort churn and calculate revenue at risk ($138K/mo).</a:t>
            </a:r>
          </a:p>
          <a:p>
            <a:r>
              <a:t>• Module 5: Interactive Web Dashboard (Streamlit): Provides a 5-page interactive web UI for real-time customer risk prediction (&lt;50ms), live database exploration, interactive charts, and PDF/Word report exports.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2622" y="457200"/>
            <a:ext cx="8046720" cy="640080"/>
          </a:xfrm>
          <a:prstGeom prst="rect">
            <a:avLst/>
          </a:prstGeom>
          <a:noFill/>
        </p:spPr>
        <p:txBody>
          <a:bodyPr wrap="square" lIns="0" tIns="0" rIns="0" bIns="0">
            <a:spAutoFit/>
          </a:bodyPr>
          <a:lstStyle/>
          <a:p>
            <a:pPr algn="ctr">
              <a:defRPr sz="2400" b="1">
                <a:solidFill>
                  <a:srgbClr val="0B3B60"/>
                </a:solidFill>
                <a:latin typeface="Georgia"/>
              </a:defRPr>
            </a:pPr>
            <a:r>
              <a:rPr dirty="0"/>
              <a:t>System Design &amp; Workflow</a:t>
            </a:r>
          </a:p>
        </p:txBody>
      </p:sp>
      <p:sp>
        <p:nvSpPr>
          <p:cNvPr id="5" name="TextBox 4"/>
          <p:cNvSpPr txBox="1"/>
          <p:nvPr/>
        </p:nvSpPr>
        <p:spPr>
          <a:xfrm>
            <a:off x="822960" y="1097280"/>
            <a:ext cx="8046720" cy="3657600"/>
          </a:xfrm>
          <a:prstGeom prst="rect">
            <a:avLst/>
          </a:prstGeom>
          <a:noFill/>
        </p:spPr>
        <p:txBody>
          <a:bodyPr wrap="square">
            <a:spAutoFit/>
          </a:bodyPr>
          <a:lstStyle/>
          <a:p>
            <a:r>
              <a:t>Functional Pipeline Workflow &amp; Layered Architecture</a:t>
            </a:r>
          </a:p>
          <a:p>
            <a:r>
              <a:t>• Data Preparation Layer: Ingestion of Telco CSV, whitespace cleaning, missing value imputation, one-hot encoding, and StandardScaler normalization.</a:t>
            </a:r>
          </a:p>
          <a:p>
            <a:r>
              <a:t>• Exploratory &amp; Feature Layer: Univariate/bivariate EDA profiling, engineering ChargesPerTenure &amp; RiskScore, and SMOTE oversampling for balanced class distribution.</a:t>
            </a:r>
          </a:p>
          <a:p>
            <a:r>
              <a:t>• Modeling &amp; Analytics Layer: Multi-model training (Logistic Regression, RF, XGBoost) combined with SQLite cohort queries to quantify $138K/mo revenue at risk.</a:t>
            </a:r>
          </a:p>
          <a:p>
            <a:r>
              <a:t>• Presentation Layer: Streamlit Dashboard UI displaying interactive risk predictions, cohort charts, and automated PDF/Word executive report generation.</a:t>
            </a:r>
          </a:p>
          <a:p/>
          <a:p>
            <a:r>
              <a:t>Design Specifications &amp; Quality Attributes</a:t>
            </a:r>
          </a:p>
          <a:p>
            <a:r>
              <a:t>• High Reproducibility &amp; Modularity: Decoupled pipeline stages allowing independent EDA visualization or model tuning.</a:t>
            </a:r>
          </a:p>
          <a:p>
            <a:r>
              <a:t>• Sub-50ms Prediction Latency: Real-time scoring for single customer profiles.</a:t>
            </a:r>
          </a:p>
          <a:p>
            <a:r>
              <a:t>• Business Impact Driven: Direct integration between ML predictions and financial revenue risk quantification.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defRPr sz="2400" b="1">
                <a:latin typeface="Georgia"/>
              </a:defRPr>
            </a:pPr>
            <a:r>
              <a:rPr dirty="0"/>
              <a:t>Data Flow Diagram (DFD Level 0 &amp; Level 1)</a:t>
            </a:r>
          </a:p>
        </p:txBody>
      </p:sp>
      <p:pic>
        <p:nvPicPr>
          <p:cNvPr id="4" name="Picture 3" descr="image.png"/>
          <p:cNvPicPr>
            <a:picLocks noChangeAspect="1"/>
          </p:cNvPicPr>
          <p:nvPr/>
        </p:nvPicPr>
        <p:blipFill>
          <a:blip r:embed="rId2"/>
          <a:stretch>
            <a:fillRect/>
          </a:stretch>
        </p:blipFill>
        <p:spPr>
          <a:xfrm>
            <a:off x="1015200" y="1082822"/>
            <a:ext cx="8046720" cy="2331720"/>
          </a:xfrm>
          <a:prstGeom prst="rect">
            <a:avLst/>
          </a:prstGeom>
        </p:spPr>
      </p:pic>
      <p:sp>
        <p:nvSpPr>
          <p:cNvPr id="5" name="TextBox 4"/>
          <p:cNvSpPr txBox="1"/>
          <p:nvPr/>
        </p:nvSpPr>
        <p:spPr>
          <a:xfrm>
            <a:off x="822960" y="3520440"/>
            <a:ext cx="8412480" cy="1645920"/>
          </a:xfrm>
          <a:prstGeom prst="rect">
            <a:avLst/>
          </a:prstGeom>
          <a:noFill/>
        </p:spPr>
        <p:txBody>
          <a:bodyPr wrap="square" lIns="0" tIns="0" rIns="0" bIns="0">
            <a:spAutoFit/>
          </a:bodyPr>
          <a:lstStyle/>
          <a:p>
            <a:pPr>
              <a:spcAft>
                <a:spcPts val="600"/>
              </a:spcAft>
              <a:defRPr sz="1250" b="1">
                <a:latin typeface="Georgia"/>
              </a:defRPr>
            </a:pPr>
            <a:r>
              <a:t>• Level 0 Context Diagram: </a:t>
            </a:r>
            <a:r>
              <a:rPr sz="1200" b="0">
                <a:latin typeface="Segoe UI"/>
              </a:rPr>
              <a:t>Models external boundary interactions between Telecom Administrators / Support Agents and the Churn System.</a:t>
            </a:r>
          </a:p>
          <a:p>
            <a:pPr>
              <a:spcAft>
                <a:spcPts val="600"/>
              </a:spcAft>
              <a:defRPr sz="1250" b="1">
                <a:latin typeface="Georgia"/>
              </a:defRPr>
            </a:pPr>
            <a:r>
              <a:t>• Level 1 Process Breakdown: </a:t>
            </a:r>
            <a:r>
              <a:rPr sz="1200" b="0">
                <a:latin typeface="Segoe UI"/>
              </a:rPr>
              <a:t>Decomposes data movement into 4 sub-processes: Preprocessing (1.0), Feature Eng (2.0), Inference (3.0), SQL BI (4.0).</a:t>
            </a:r>
          </a:p>
          <a:p>
            <a:pPr>
              <a:spcAft>
                <a:spcPts val="600"/>
              </a:spcAft>
              <a:defRPr sz="1250" b="1">
                <a:latin typeface="Georgia"/>
              </a:defRPr>
            </a:pPr>
            <a:r>
              <a:t>• Data Store Transformations: </a:t>
            </a:r>
            <a:r>
              <a:rPr sz="1200" b="0">
                <a:latin typeface="Segoe UI"/>
              </a:rPr>
              <a:t>Reads raw Telco CSV records from disk and transforms subscriber attributes into serialized predictions and SQL tables.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defRPr sz="2400" b="1">
                <a:latin typeface="Georgia"/>
              </a:defRPr>
            </a:pPr>
            <a:r>
              <a:t>UML Use Case &amp; Class Diagram</a:t>
            </a:r>
          </a:p>
        </p:txBody>
      </p:sp>
      <p:pic>
        <p:nvPicPr>
          <p:cNvPr id="4" name="Picture 3" descr="image.png"/>
          <p:cNvPicPr>
            <a:picLocks noChangeAspect="1"/>
          </p:cNvPicPr>
          <p:nvPr/>
        </p:nvPicPr>
        <p:blipFill>
          <a:blip r:embed="rId2"/>
          <a:stretch>
            <a:fillRect/>
          </a:stretch>
        </p:blipFill>
        <p:spPr>
          <a:xfrm>
            <a:off x="1005840" y="1051560"/>
            <a:ext cx="8046720" cy="2331720"/>
          </a:xfrm>
          <a:prstGeom prst="rect">
            <a:avLst/>
          </a:prstGeom>
        </p:spPr>
      </p:pic>
      <p:sp>
        <p:nvSpPr>
          <p:cNvPr id="5" name="TextBox 4"/>
          <p:cNvSpPr txBox="1"/>
          <p:nvPr/>
        </p:nvSpPr>
        <p:spPr>
          <a:xfrm>
            <a:off x="822960" y="3520440"/>
            <a:ext cx="8412480" cy="1645920"/>
          </a:xfrm>
          <a:prstGeom prst="rect">
            <a:avLst/>
          </a:prstGeom>
          <a:noFill/>
        </p:spPr>
        <p:txBody>
          <a:bodyPr wrap="square" lIns="0" tIns="0" rIns="0" bIns="0">
            <a:spAutoFit/>
          </a:bodyPr>
          <a:lstStyle/>
          <a:p>
            <a:pPr>
              <a:spcAft>
                <a:spcPts val="600"/>
              </a:spcAft>
              <a:defRPr sz="1250" b="1">
                <a:latin typeface="Georgia"/>
              </a:defRPr>
            </a:pPr>
            <a:r>
              <a:t>• Use Case Interactions: </a:t>
            </a:r>
            <a:r>
              <a:rPr sz="1200" b="0">
                <a:latin typeface="Segoe UI"/>
              </a:rPr>
              <a:t>Maps core actor workflows: Upload Dataset, Trigger SMOTE Training, Query Cohort Revenue &amp; Predict Single Risk.</a:t>
            </a:r>
          </a:p>
          <a:p>
            <a:pPr>
              <a:spcAft>
                <a:spcPts val="600"/>
              </a:spcAft>
              <a:defRPr sz="1250" b="1">
                <a:latin typeface="Georgia"/>
              </a:defRPr>
            </a:pPr>
            <a:r>
              <a:t>• Object-Oriented Architecture: </a:t>
            </a:r>
            <a:r>
              <a:rPr sz="1200" b="0">
                <a:latin typeface="Segoe UI"/>
              </a:rPr>
              <a:t>Defines modular classes: DataPreprocessor, FeatureEngine, ModelTrainer, SQLAnalyticsEngine &amp; StreamlitUI.</a:t>
            </a:r>
          </a:p>
          <a:p>
            <a:pPr>
              <a:spcAft>
                <a:spcPts val="600"/>
              </a:spcAft>
              <a:defRPr sz="1250" b="1">
                <a:latin typeface="Georgia"/>
              </a:defRPr>
            </a:pPr>
            <a:r>
              <a:t>• Loose Coupling &amp; Reusability: </a:t>
            </a:r>
            <a:r>
              <a:rPr sz="1200" b="0">
                <a:latin typeface="Segoe UI"/>
              </a:rPr>
              <a:t>Decouples data pipeline components from UI presentation, allowing independent model updates or database swaps.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22960" y="411480"/>
            <a:ext cx="8046720" cy="640080"/>
          </a:xfrm>
          <a:prstGeom prst="rect">
            <a:avLst/>
          </a:prstGeom>
          <a:noFill/>
        </p:spPr>
        <p:txBody>
          <a:bodyPr wrap="square" lIns="0" tIns="0" rIns="0" bIns="0">
            <a:spAutoFit/>
          </a:bodyPr>
          <a:lstStyle/>
          <a:p>
            <a:pPr algn="ctr">
              <a:defRPr sz="2400" b="1">
                <a:solidFill>
                  <a:srgbClr val="0B3B60"/>
                </a:solidFill>
                <a:latin typeface="Georgia"/>
              </a:defRPr>
            </a:pPr>
            <a:r>
              <a:t>Entity-Relationship (ER) Diagram</a:t>
            </a:r>
          </a:p>
        </p:txBody>
      </p:sp>
      <p:pic>
        <p:nvPicPr>
          <p:cNvPr id="5" name="Picture 4" descr="image.png"/>
          <p:cNvPicPr>
            <a:picLocks noChangeAspect="1"/>
          </p:cNvPicPr>
          <p:nvPr/>
        </p:nvPicPr>
        <p:blipFill>
          <a:blip r:embed="rId2"/>
          <a:stretch>
            <a:fillRect/>
          </a:stretch>
        </p:blipFill>
        <p:spPr>
          <a:xfrm>
            <a:off x="1005840" y="1051560"/>
            <a:ext cx="8046720" cy="2331720"/>
          </a:xfrm>
          <a:prstGeom prst="rect">
            <a:avLst/>
          </a:prstGeom>
        </p:spPr>
      </p:pic>
      <p:sp>
        <p:nvSpPr>
          <p:cNvPr id="6" name="TextBox 5"/>
          <p:cNvSpPr txBox="1"/>
          <p:nvPr/>
        </p:nvSpPr>
        <p:spPr>
          <a:xfrm>
            <a:off x="822960" y="3520440"/>
            <a:ext cx="8412480" cy="1645920"/>
          </a:xfrm>
          <a:prstGeom prst="rect">
            <a:avLst/>
          </a:prstGeom>
          <a:noFill/>
        </p:spPr>
        <p:txBody>
          <a:bodyPr wrap="square" lIns="0" tIns="0" rIns="0" bIns="0">
            <a:spAutoFit/>
          </a:bodyPr>
          <a:lstStyle/>
          <a:p>
            <a:pPr>
              <a:spcAft>
                <a:spcPts val="600"/>
              </a:spcAft>
              <a:defRPr sz="1250" b="1">
                <a:latin typeface="Georgia"/>
              </a:defRPr>
            </a:pPr>
            <a:r>
              <a:t>• Relational Schema Design: </a:t>
            </a:r>
            <a:r>
              <a:rPr sz="1200" b="0">
                <a:latin typeface="Segoe UI"/>
              </a:rPr>
              <a:t>Defines structured entities for Customers, ServiceContracts, BillingDetails, ChurnPredictions &amp; RevenueMetrics.</a:t>
            </a:r>
          </a:p>
          <a:p>
            <a:pPr>
              <a:spcAft>
                <a:spcPts val="600"/>
              </a:spcAft>
              <a:defRPr sz="1250" b="1">
                <a:latin typeface="Georgia"/>
              </a:defRPr>
            </a:pPr>
            <a:r>
              <a:t>• Central Primary Key Mapping: </a:t>
            </a:r>
            <a:r>
              <a:rPr sz="1200" b="0">
                <a:latin typeface="Segoe UI"/>
              </a:rPr>
              <a:t>CustomerID serves as the central foreign key connecting subscriber demographic profiles, services &amp; billing history.</a:t>
            </a:r>
          </a:p>
          <a:p>
            <a:pPr>
              <a:spcAft>
                <a:spcPts val="600"/>
              </a:spcAft>
              <a:defRPr sz="1250" b="1">
                <a:latin typeface="Georgia"/>
              </a:defRPr>
            </a:pPr>
            <a:r>
              <a:t>• Cohort Analytics Support: </a:t>
            </a:r>
            <a:r>
              <a:rPr sz="1200" b="0">
                <a:latin typeface="Segoe UI"/>
              </a:rPr>
              <a:t>Structured relational schema enables fast SQL aggregations to calculate churn rates by contract &amp; payment method.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86228" y="1869440"/>
            <a:ext cx="8046720" cy="1097280"/>
          </a:xfrm>
          <a:prstGeom prst="rect">
            <a:avLst/>
          </a:prstGeom>
          <a:noFill/>
        </p:spPr>
        <p:txBody>
          <a:bodyPr wrap="none">
            <a:spAutoFit/>
          </a:bodyPr>
          <a:lstStyle/>
          <a:p>
            <a:pPr algn="ctr">
              <a:defRPr sz="3600" b="1">
                <a:solidFill>
                  <a:srgbClr val="0B3B60"/>
                </a:solidFill>
                <a:latin typeface="Georgia"/>
              </a:defRPr>
            </a:pPr>
            <a:r>
              <a:rPr dirty="0"/>
              <a:t>Thank You!</a:t>
            </a:r>
          </a:p>
        </p:txBody>
      </p:sp>
      <p:sp>
        <p:nvSpPr>
          <p:cNvPr id="5" name="TextBox 4"/>
          <p:cNvSpPr txBox="1"/>
          <p:nvPr/>
        </p:nvSpPr>
        <p:spPr>
          <a:xfrm>
            <a:off x="731520" y="2560320"/>
            <a:ext cx="8046720" cy="1371600"/>
          </a:xfrm>
          <a:prstGeom prst="rect">
            <a:avLst/>
          </a:prstGeom>
          <a:noFill/>
        </p:spPr>
        <p:txBody>
          <a:bodyPr wrap="none">
            <a:spAutoFit/>
          </a:bodyPr>
          <a:lstStyle/>
          <a:p>
            <a:pPr algn="ctr">
              <a:defRPr sz="1800" b="1">
                <a:solidFill>
                  <a:srgbClr val="C8102E"/>
                </a:solidFill>
              </a:defRPr>
            </a:pPr>
            <a:r>
              <a:t>Questions &amp; Feedback</a:t>
            </a:r>
          </a:p>
          <a:p>
            <a:pPr algn="ctr">
              <a:spcBef>
                <a:spcPts val="800"/>
              </a:spcBef>
              <a:defRPr sz="1400">
                <a:solidFill>
                  <a:srgbClr val="1E293B"/>
                </a:solidFill>
              </a:defRPr>
            </a:pPr>
            <a:r>
              <a:t>Team No: 8  |  Department of Data Science  |  Anurag University</a:t>
            </a:r>
          </a:p>
        </p:txBody>
      </p:sp>
    </p:spTree>
  </p:cSld>
  <p:clrMapOvr>
    <a:masterClrMapping/>
  </p:clrMapOvr>
</p:sld>
</file>

<file path=ppt/theme/theme1.xml><?xml version="1.0" encoding="utf-8"?>
<a:theme xmlns:a="http://schemas.openxmlformats.org/drawingml/2006/main" name="Isometric Resume Infographics by Slidesgo">
  <a:themeElements>
    <a:clrScheme name="Simple Light">
      <a:dk1>
        <a:srgbClr val="000000"/>
      </a:dk1>
      <a:lt1>
        <a:srgbClr val="FFFFFF"/>
      </a:lt1>
      <a:dk2>
        <a:srgbClr val="979797"/>
      </a:dk2>
      <a:lt2>
        <a:srgbClr val="DDDDDD"/>
      </a:lt2>
      <a:accent1>
        <a:srgbClr val="BA9CEC"/>
      </a:accent1>
      <a:accent2>
        <a:srgbClr val="FAA22F"/>
      </a:accent2>
      <a:accent3>
        <a:srgbClr val="FD675F"/>
      </a:accent3>
      <a:accent4>
        <a:srgbClr val="6DABF0"/>
      </a:accent4>
      <a:accent5>
        <a:srgbClr val="3E74B1"/>
      </a:accent5>
      <a:accent6>
        <a:srgbClr val="523BC0"/>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1485</Words>
  <Application>Microsoft Office PowerPoint</Application>
  <PresentationFormat>Custom</PresentationFormat>
  <Paragraphs>126</Paragraphs>
  <Slides>15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Times New Roman</vt:lpstr>
      <vt:lpstr>Segoe UI</vt:lpstr>
      <vt:lpstr>Georgia</vt:lpstr>
      <vt:lpstr>Wingdings</vt:lpstr>
      <vt:lpstr>Symbol</vt:lpstr>
      <vt:lpstr>Isometric Resume Infographics by Slidesgo</vt:lpstr>
      <vt:lpstr>PowerPoint Presentation</vt:lpstr>
      <vt:lpstr>Abstract</vt:lpstr>
      <vt:lpstr>PowerPoint Presentation</vt:lpstr>
      <vt:lpstr>PowerPoint Presentation</vt:lpstr>
      <vt:lpstr>PowerPoint Presentation</vt:lpstr>
      <vt:lpstr>PowerPoint Presentation</vt:lpstr>
      <vt:lpstr>PowerPoint Presentation</vt:lpstr>
      <vt:lpstr>Software and Hardware Requirements </vt:lpstr>
      <vt:lpstr> Architecture </vt:lpstr>
      <vt:lpstr>PowerPoint Presentation</vt:lpstr>
      <vt:lpstr>PowerPoint Presentation</vt:lpstr>
      <vt:lpstr>Data Flow Diagram (DFD Level 0 &amp; Level 1)</vt:lpstr>
      <vt:lpstr>UML Use Case &amp; Class Diagram</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Anurag</dc:creator>
  <cp:lastModifiedBy>Sreekar Tp</cp:lastModifiedBy>
  <cp:revision>63</cp:revision>
  <dcterms:created xsi:type="dcterms:W3CDTF">2026-07-03T08:11:21Z</dcterms:created>
  <dcterms:modified xsi:type="dcterms:W3CDTF">2026-08-25T15:04:40Z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Custom</vt:lpwstr>
  </property>
  <property fmtid="{D5CDD505-2E9C-101B-9397-08002B2CF9AE}" pid="4" name="Slides">
    <vt:i4>7</vt:i4>
  </property>
  <property fmtid="{D5CDD505-2E9C-101B-9397-08002B2CF9AE}" pid="5" name="ICV">
    <vt:lpwstr>78104E598C8948C9B650E987E9F8D71F_12</vt:lpwstr>
  </property>
  <property fmtid="{D5CDD505-2E9C-101B-9397-08002B2CF9AE}" pid="6" name="KSOProductBuildVer">
    <vt:lpwstr>1033-12.1.0.26880</vt:lpwstr>
  </property>
</Properties>
</file>